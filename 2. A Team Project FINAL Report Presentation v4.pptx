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097" r:id="rId4"/>
  </p:sldMasterIdLst>
  <p:notesMasterIdLst>
    <p:notesMasterId r:id="rId31"/>
  </p:notesMasterIdLst>
  <p:handoutMasterIdLst>
    <p:handoutMasterId r:id="rId32"/>
  </p:handoutMasterIdLst>
  <p:sldIdLst>
    <p:sldId id="256" r:id="rId5"/>
    <p:sldId id="289" r:id="rId6"/>
    <p:sldId id="315" r:id="rId7"/>
    <p:sldId id="303" r:id="rId8"/>
    <p:sldId id="300" r:id="rId9"/>
    <p:sldId id="271" r:id="rId10"/>
    <p:sldId id="301" r:id="rId11"/>
    <p:sldId id="269" r:id="rId12"/>
    <p:sldId id="330" r:id="rId13"/>
    <p:sldId id="333" r:id="rId14"/>
    <p:sldId id="334" r:id="rId15"/>
    <p:sldId id="308" r:id="rId16"/>
    <p:sldId id="298" r:id="rId17"/>
    <p:sldId id="299" r:id="rId18"/>
    <p:sldId id="288" r:id="rId19"/>
    <p:sldId id="296" r:id="rId20"/>
    <p:sldId id="309" r:id="rId21"/>
    <p:sldId id="304" r:id="rId22"/>
    <p:sldId id="320" r:id="rId23"/>
    <p:sldId id="335" r:id="rId24"/>
    <p:sldId id="332" r:id="rId25"/>
    <p:sldId id="297" r:id="rId26"/>
    <p:sldId id="324" r:id="rId27"/>
    <p:sldId id="313" r:id="rId28"/>
    <p:sldId id="321" r:id="rId29"/>
    <p:sldId id="310"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9898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30DCF61-091B-4251-9601-2480FDDB0DAB}" v="1" dt="2025-11-25T00:04:23.84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6247" autoAdjust="0"/>
  </p:normalViewPr>
  <p:slideViewPr>
    <p:cSldViewPr snapToGrid="0">
      <p:cViewPr varScale="1">
        <p:scale>
          <a:sx n="102" d="100"/>
          <a:sy n="102" d="100"/>
        </p:scale>
        <p:origin x="918" y="318"/>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handoutMaster" Target="handoutMasters/handoutMaster1.xml"/><Relationship Id="rId37"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rmes Abrantes" userId="14a2279902e71a87" providerId="LiveId" clId="{9FB4EE4C-911B-472F-9B58-BD8136BAEE31}"/>
    <pc:docChg chg="undo custSel addSld delSld modSld">
      <pc:chgData name="Hermes Abrantes" userId="14a2279902e71a87" providerId="LiveId" clId="{9FB4EE4C-911B-472F-9B58-BD8136BAEE31}" dt="2025-11-25T01:33:39.829" v="134" actId="20577"/>
      <pc:docMkLst>
        <pc:docMk/>
      </pc:docMkLst>
      <pc:sldChg chg="delSp mod modTransition delAnim">
        <pc:chgData name="Hermes Abrantes" userId="14a2279902e71a87" providerId="LiveId" clId="{9FB4EE4C-911B-472F-9B58-BD8136BAEE31}" dt="2025-11-25T00:04:23.839" v="12"/>
        <pc:sldMkLst>
          <pc:docMk/>
          <pc:sldMk cId="2586058810" sldId="256"/>
        </pc:sldMkLst>
        <pc:picChg chg="del">
          <ac:chgData name="Hermes Abrantes" userId="14a2279902e71a87" providerId="LiveId" clId="{9FB4EE4C-911B-472F-9B58-BD8136BAEE31}" dt="2025-11-24T23:56:33.119" v="0" actId="478"/>
          <ac:picMkLst>
            <pc:docMk/>
            <pc:sldMk cId="2586058810" sldId="256"/>
            <ac:picMk id="5" creationId="{1BE0E3D7-16A8-09A4-8CAB-8ADA736D42A1}"/>
          </ac:picMkLst>
        </pc:picChg>
      </pc:sldChg>
      <pc:sldChg chg="delSp mod modTransition delAnim">
        <pc:chgData name="Hermes Abrantes" userId="14a2279902e71a87" providerId="LiveId" clId="{9FB4EE4C-911B-472F-9B58-BD8136BAEE31}" dt="2025-11-25T00:04:23.839" v="12"/>
        <pc:sldMkLst>
          <pc:docMk/>
          <pc:sldMk cId="264553824" sldId="269"/>
        </pc:sldMkLst>
        <pc:picChg chg="del">
          <ac:chgData name="Hermes Abrantes" userId="14a2279902e71a87" providerId="LiveId" clId="{9FB4EE4C-911B-472F-9B58-BD8136BAEE31}" dt="2025-11-24T23:57:04.411" v="7" actId="478"/>
          <ac:picMkLst>
            <pc:docMk/>
            <pc:sldMk cId="264553824" sldId="269"/>
            <ac:picMk id="13" creationId="{07D3073B-E6B9-F0A3-790A-16BE695496B9}"/>
          </ac:picMkLst>
        </pc:picChg>
      </pc:sldChg>
      <pc:sldChg chg="delSp mod modTransition delAnim">
        <pc:chgData name="Hermes Abrantes" userId="14a2279902e71a87" providerId="LiveId" clId="{9FB4EE4C-911B-472F-9B58-BD8136BAEE31}" dt="2025-11-25T00:04:23.839" v="12"/>
        <pc:sldMkLst>
          <pc:docMk/>
          <pc:sldMk cId="2124296958" sldId="271"/>
        </pc:sldMkLst>
        <pc:picChg chg="del">
          <ac:chgData name="Hermes Abrantes" userId="14a2279902e71a87" providerId="LiveId" clId="{9FB4EE4C-911B-472F-9B58-BD8136BAEE31}" dt="2025-11-24T23:56:57.770" v="5" actId="478"/>
          <ac:picMkLst>
            <pc:docMk/>
            <pc:sldMk cId="2124296958" sldId="271"/>
            <ac:picMk id="12" creationId="{AF00FE64-2957-A248-7C97-29CC17CEE376}"/>
          </ac:picMkLst>
        </pc:picChg>
      </pc:sldChg>
      <pc:sldChg chg="modTransition">
        <pc:chgData name="Hermes Abrantes" userId="14a2279902e71a87" providerId="LiveId" clId="{9FB4EE4C-911B-472F-9B58-BD8136BAEE31}" dt="2025-11-25T00:04:23.839" v="12"/>
        <pc:sldMkLst>
          <pc:docMk/>
          <pc:sldMk cId="4107180970" sldId="288"/>
        </pc:sldMkLst>
      </pc:sldChg>
      <pc:sldChg chg="addSp delSp modSp mod modTransition delAnim chgLayout">
        <pc:chgData name="Hermes Abrantes" userId="14a2279902e71a87" providerId="LiveId" clId="{9FB4EE4C-911B-472F-9B58-BD8136BAEE31}" dt="2025-11-25T00:38:48.382" v="14" actId="6264"/>
        <pc:sldMkLst>
          <pc:docMk/>
          <pc:sldMk cId="782505392" sldId="289"/>
        </pc:sldMkLst>
        <pc:spChg chg="mod ord">
          <ac:chgData name="Hermes Abrantes" userId="14a2279902e71a87" providerId="LiveId" clId="{9FB4EE4C-911B-472F-9B58-BD8136BAEE31}" dt="2025-11-25T00:38:48.382" v="14" actId="6264"/>
          <ac:spMkLst>
            <pc:docMk/>
            <pc:sldMk cId="782505392" sldId="289"/>
            <ac:spMk id="2" creationId="{EB6E687C-6C3D-01A9-9F0F-7D02C18129C8}"/>
          </ac:spMkLst>
        </pc:spChg>
        <pc:spChg chg="mod ord">
          <ac:chgData name="Hermes Abrantes" userId="14a2279902e71a87" providerId="LiveId" clId="{9FB4EE4C-911B-472F-9B58-BD8136BAEE31}" dt="2025-11-25T00:38:48.382" v="14" actId="6264"/>
          <ac:spMkLst>
            <pc:docMk/>
            <pc:sldMk cId="782505392" sldId="289"/>
            <ac:spMk id="3" creationId="{75A47940-3D8B-D98E-5F14-ABE14ED243AC}"/>
          </ac:spMkLst>
        </pc:spChg>
        <pc:spChg chg="mod ord">
          <ac:chgData name="Hermes Abrantes" userId="14a2279902e71a87" providerId="LiveId" clId="{9FB4EE4C-911B-472F-9B58-BD8136BAEE31}" dt="2025-11-25T00:38:48.382" v="14" actId="6264"/>
          <ac:spMkLst>
            <pc:docMk/>
            <pc:sldMk cId="782505392" sldId="289"/>
            <ac:spMk id="4" creationId="{97535CA5-C035-67ED-3935-D0E3A616E94A}"/>
          </ac:spMkLst>
        </pc:spChg>
        <pc:spChg chg="add del mod">
          <ac:chgData name="Hermes Abrantes" userId="14a2279902e71a87" providerId="LiveId" clId="{9FB4EE4C-911B-472F-9B58-BD8136BAEE31}" dt="2025-11-25T00:38:48.382" v="14" actId="6264"/>
          <ac:spMkLst>
            <pc:docMk/>
            <pc:sldMk cId="782505392" sldId="289"/>
            <ac:spMk id="5" creationId="{F26F361D-AA09-161F-CE19-81F0846CAE07}"/>
          </ac:spMkLst>
        </pc:spChg>
        <pc:spChg chg="add del mod">
          <ac:chgData name="Hermes Abrantes" userId="14a2279902e71a87" providerId="LiveId" clId="{9FB4EE4C-911B-472F-9B58-BD8136BAEE31}" dt="2025-11-25T00:38:48.382" v="14" actId="6264"/>
          <ac:spMkLst>
            <pc:docMk/>
            <pc:sldMk cId="782505392" sldId="289"/>
            <ac:spMk id="6" creationId="{FF4E37C3-9CAC-38D7-B327-57685DAF20E5}"/>
          </ac:spMkLst>
        </pc:spChg>
        <pc:spChg chg="add del mod">
          <ac:chgData name="Hermes Abrantes" userId="14a2279902e71a87" providerId="LiveId" clId="{9FB4EE4C-911B-472F-9B58-BD8136BAEE31}" dt="2025-11-25T00:38:48.382" v="14" actId="6264"/>
          <ac:spMkLst>
            <pc:docMk/>
            <pc:sldMk cId="782505392" sldId="289"/>
            <ac:spMk id="7" creationId="{112A0FB1-C609-ACF2-5271-9BE444E76F14}"/>
          </ac:spMkLst>
        </pc:spChg>
        <pc:picChg chg="del">
          <ac:chgData name="Hermes Abrantes" userId="14a2279902e71a87" providerId="LiveId" clId="{9FB4EE4C-911B-472F-9B58-BD8136BAEE31}" dt="2025-11-24T23:56:36.166" v="1" actId="478"/>
          <ac:picMkLst>
            <pc:docMk/>
            <pc:sldMk cId="782505392" sldId="289"/>
            <ac:picMk id="10" creationId="{27A50AF1-4B3B-ECD9-F2B4-7402FFF139AA}"/>
          </ac:picMkLst>
        </pc:picChg>
      </pc:sldChg>
      <pc:sldChg chg="modTransition">
        <pc:chgData name="Hermes Abrantes" userId="14a2279902e71a87" providerId="LiveId" clId="{9FB4EE4C-911B-472F-9B58-BD8136BAEE31}" dt="2025-11-25T00:04:23.839" v="12"/>
        <pc:sldMkLst>
          <pc:docMk/>
          <pc:sldMk cId="2527294042" sldId="296"/>
        </pc:sldMkLst>
      </pc:sldChg>
      <pc:sldChg chg="modTransition">
        <pc:chgData name="Hermes Abrantes" userId="14a2279902e71a87" providerId="LiveId" clId="{9FB4EE4C-911B-472F-9B58-BD8136BAEE31}" dt="2025-11-25T00:04:23.839" v="12"/>
        <pc:sldMkLst>
          <pc:docMk/>
          <pc:sldMk cId="3063443265" sldId="297"/>
        </pc:sldMkLst>
      </pc:sldChg>
      <pc:sldChg chg="modTransition">
        <pc:chgData name="Hermes Abrantes" userId="14a2279902e71a87" providerId="LiveId" clId="{9FB4EE4C-911B-472F-9B58-BD8136BAEE31}" dt="2025-11-25T00:04:23.839" v="12"/>
        <pc:sldMkLst>
          <pc:docMk/>
          <pc:sldMk cId="2700406321" sldId="298"/>
        </pc:sldMkLst>
      </pc:sldChg>
      <pc:sldChg chg="modTransition">
        <pc:chgData name="Hermes Abrantes" userId="14a2279902e71a87" providerId="LiveId" clId="{9FB4EE4C-911B-472F-9B58-BD8136BAEE31}" dt="2025-11-25T00:04:23.839" v="12"/>
        <pc:sldMkLst>
          <pc:docMk/>
          <pc:sldMk cId="3958601343" sldId="299"/>
        </pc:sldMkLst>
      </pc:sldChg>
      <pc:sldChg chg="delSp mod modTransition delAnim">
        <pc:chgData name="Hermes Abrantes" userId="14a2279902e71a87" providerId="LiveId" clId="{9FB4EE4C-911B-472F-9B58-BD8136BAEE31}" dt="2025-11-25T00:04:23.839" v="12"/>
        <pc:sldMkLst>
          <pc:docMk/>
          <pc:sldMk cId="2467568780" sldId="300"/>
        </pc:sldMkLst>
        <pc:picChg chg="del">
          <ac:chgData name="Hermes Abrantes" userId="14a2279902e71a87" providerId="LiveId" clId="{9FB4EE4C-911B-472F-9B58-BD8136BAEE31}" dt="2025-11-24T23:56:54.160" v="4" actId="478"/>
          <ac:picMkLst>
            <pc:docMk/>
            <pc:sldMk cId="2467568780" sldId="300"/>
            <ac:picMk id="8" creationId="{AA768112-05A2-04CF-C9BB-0202C83A97AA}"/>
          </ac:picMkLst>
        </pc:picChg>
      </pc:sldChg>
      <pc:sldChg chg="delSp mod modTransition delAnim">
        <pc:chgData name="Hermes Abrantes" userId="14a2279902e71a87" providerId="LiveId" clId="{9FB4EE4C-911B-472F-9B58-BD8136BAEE31}" dt="2025-11-25T00:04:23.839" v="12"/>
        <pc:sldMkLst>
          <pc:docMk/>
          <pc:sldMk cId="1670345288" sldId="301"/>
        </pc:sldMkLst>
        <pc:picChg chg="del">
          <ac:chgData name="Hermes Abrantes" userId="14a2279902e71a87" providerId="LiveId" clId="{9FB4EE4C-911B-472F-9B58-BD8136BAEE31}" dt="2025-11-24T23:57:01.583" v="6" actId="478"/>
          <ac:picMkLst>
            <pc:docMk/>
            <pc:sldMk cId="1670345288" sldId="301"/>
            <ac:picMk id="8" creationId="{DF3C8C8B-2144-5AA2-BACB-BE7850DEA5D4}"/>
          </ac:picMkLst>
        </pc:picChg>
      </pc:sldChg>
      <pc:sldChg chg="delSp mod modTransition delAnim">
        <pc:chgData name="Hermes Abrantes" userId="14a2279902e71a87" providerId="LiveId" clId="{9FB4EE4C-911B-472F-9B58-BD8136BAEE31}" dt="2025-11-25T00:04:23.839" v="12"/>
        <pc:sldMkLst>
          <pc:docMk/>
          <pc:sldMk cId="1287633766" sldId="303"/>
        </pc:sldMkLst>
        <pc:picChg chg="del">
          <ac:chgData name="Hermes Abrantes" userId="14a2279902e71a87" providerId="LiveId" clId="{9FB4EE4C-911B-472F-9B58-BD8136BAEE31}" dt="2025-11-24T23:56:42.175" v="3" actId="478"/>
          <ac:picMkLst>
            <pc:docMk/>
            <pc:sldMk cId="1287633766" sldId="303"/>
            <ac:picMk id="15" creationId="{0BFA24AA-E32C-CE2F-7598-D9D02C845D27}"/>
          </ac:picMkLst>
        </pc:picChg>
      </pc:sldChg>
      <pc:sldChg chg="delSp modSp mod modTransition">
        <pc:chgData name="Hermes Abrantes" userId="14a2279902e71a87" providerId="LiveId" clId="{9FB4EE4C-911B-472F-9B58-BD8136BAEE31}" dt="2025-11-25T01:32:48.279" v="102" actId="1076"/>
        <pc:sldMkLst>
          <pc:docMk/>
          <pc:sldMk cId="2936401924" sldId="304"/>
        </pc:sldMkLst>
        <pc:spChg chg="del mod">
          <ac:chgData name="Hermes Abrantes" userId="14a2279902e71a87" providerId="LiveId" clId="{9FB4EE4C-911B-472F-9B58-BD8136BAEE31}" dt="2025-11-25T01:32:32.215" v="97" actId="478"/>
          <ac:spMkLst>
            <pc:docMk/>
            <pc:sldMk cId="2936401924" sldId="304"/>
            <ac:spMk id="10" creationId="{041D4C8F-0DD2-C9F7-10DE-F7DAEEF5177B}"/>
          </ac:spMkLst>
        </pc:spChg>
        <pc:picChg chg="mod">
          <ac:chgData name="Hermes Abrantes" userId="14a2279902e71a87" providerId="LiveId" clId="{9FB4EE4C-911B-472F-9B58-BD8136BAEE31}" dt="2025-11-25T01:32:48.279" v="102" actId="1076"/>
          <ac:picMkLst>
            <pc:docMk/>
            <pc:sldMk cId="2936401924" sldId="304"/>
            <ac:picMk id="8" creationId="{CAB0989B-44F3-B7CB-D5BF-FC09C4CB5CE1}"/>
          </ac:picMkLst>
        </pc:picChg>
      </pc:sldChg>
      <pc:sldChg chg="modTransition">
        <pc:chgData name="Hermes Abrantes" userId="14a2279902e71a87" providerId="LiveId" clId="{9FB4EE4C-911B-472F-9B58-BD8136BAEE31}" dt="2025-11-25T00:04:23.839" v="12"/>
        <pc:sldMkLst>
          <pc:docMk/>
          <pc:sldMk cId="2462137639" sldId="308"/>
        </pc:sldMkLst>
      </pc:sldChg>
      <pc:sldChg chg="modTransition">
        <pc:chgData name="Hermes Abrantes" userId="14a2279902e71a87" providerId="LiveId" clId="{9FB4EE4C-911B-472F-9B58-BD8136BAEE31}" dt="2025-11-25T00:04:23.839" v="12"/>
        <pc:sldMkLst>
          <pc:docMk/>
          <pc:sldMk cId="3516489333" sldId="309"/>
        </pc:sldMkLst>
      </pc:sldChg>
      <pc:sldChg chg="modTransition">
        <pc:chgData name="Hermes Abrantes" userId="14a2279902e71a87" providerId="LiveId" clId="{9FB4EE4C-911B-472F-9B58-BD8136BAEE31}" dt="2025-11-25T00:04:23.839" v="12"/>
        <pc:sldMkLst>
          <pc:docMk/>
          <pc:sldMk cId="2213983635" sldId="310"/>
        </pc:sldMkLst>
      </pc:sldChg>
      <pc:sldChg chg="modTransition">
        <pc:chgData name="Hermes Abrantes" userId="14a2279902e71a87" providerId="LiveId" clId="{9FB4EE4C-911B-472F-9B58-BD8136BAEE31}" dt="2025-11-25T00:04:23.839" v="12"/>
        <pc:sldMkLst>
          <pc:docMk/>
          <pc:sldMk cId="2451807310" sldId="313"/>
        </pc:sldMkLst>
      </pc:sldChg>
      <pc:sldChg chg="delSp modSp mod modTransition delAnim">
        <pc:chgData name="Hermes Abrantes" userId="14a2279902e71a87" providerId="LiveId" clId="{9FB4EE4C-911B-472F-9B58-BD8136BAEE31}" dt="2025-11-25T00:54:03.209" v="95" actId="14100"/>
        <pc:sldMkLst>
          <pc:docMk/>
          <pc:sldMk cId="3470342133" sldId="315"/>
        </pc:sldMkLst>
        <pc:spChg chg="mod">
          <ac:chgData name="Hermes Abrantes" userId="14a2279902e71a87" providerId="LiveId" clId="{9FB4EE4C-911B-472F-9B58-BD8136BAEE31}" dt="2025-11-25T00:54:03.209" v="95" actId="14100"/>
          <ac:spMkLst>
            <pc:docMk/>
            <pc:sldMk cId="3470342133" sldId="315"/>
            <ac:spMk id="2" creationId="{B25CF99F-9AEB-A833-F88E-978E7F606126}"/>
          </ac:spMkLst>
        </pc:spChg>
        <pc:picChg chg="del">
          <ac:chgData name="Hermes Abrantes" userId="14a2279902e71a87" providerId="LiveId" clId="{9FB4EE4C-911B-472F-9B58-BD8136BAEE31}" dt="2025-11-24T23:56:38.945" v="2" actId="478"/>
          <ac:picMkLst>
            <pc:docMk/>
            <pc:sldMk cId="3470342133" sldId="315"/>
            <ac:picMk id="18" creationId="{44C0F354-3EC9-C931-5196-0EDCC7DA2FFE}"/>
          </ac:picMkLst>
        </pc:picChg>
      </pc:sldChg>
      <pc:sldChg chg="del">
        <pc:chgData name="Hermes Abrantes" userId="14a2279902e71a87" providerId="LiveId" clId="{9FB4EE4C-911B-472F-9B58-BD8136BAEE31}" dt="2025-11-24T23:59:48.771" v="9" actId="47"/>
        <pc:sldMkLst>
          <pc:docMk/>
          <pc:sldMk cId="988882494" sldId="318"/>
        </pc:sldMkLst>
      </pc:sldChg>
      <pc:sldChg chg="modSp mod modTransition">
        <pc:chgData name="Hermes Abrantes" userId="14a2279902e71a87" providerId="LiveId" clId="{9FB4EE4C-911B-472F-9B58-BD8136BAEE31}" dt="2025-11-25T01:33:39.829" v="134" actId="20577"/>
        <pc:sldMkLst>
          <pc:docMk/>
          <pc:sldMk cId="4055723552" sldId="320"/>
        </pc:sldMkLst>
        <pc:graphicFrameChg chg="modGraphic">
          <ac:chgData name="Hermes Abrantes" userId="14a2279902e71a87" providerId="LiveId" clId="{9FB4EE4C-911B-472F-9B58-BD8136BAEE31}" dt="2025-11-25T01:33:39.829" v="134" actId="20577"/>
          <ac:graphicFrameMkLst>
            <pc:docMk/>
            <pc:sldMk cId="4055723552" sldId="320"/>
            <ac:graphicFrameMk id="13" creationId="{ED575857-2E3D-0214-862D-B4E317A6DC1C}"/>
          </ac:graphicFrameMkLst>
        </pc:graphicFrameChg>
      </pc:sldChg>
      <pc:sldChg chg="modTransition">
        <pc:chgData name="Hermes Abrantes" userId="14a2279902e71a87" providerId="LiveId" clId="{9FB4EE4C-911B-472F-9B58-BD8136BAEE31}" dt="2025-11-25T00:04:23.839" v="12"/>
        <pc:sldMkLst>
          <pc:docMk/>
          <pc:sldMk cId="463342746" sldId="321"/>
        </pc:sldMkLst>
      </pc:sldChg>
      <pc:sldChg chg="del modTransition">
        <pc:chgData name="Hermes Abrantes" userId="14a2279902e71a87" providerId="LiveId" clId="{9FB4EE4C-911B-472F-9B58-BD8136BAEE31}" dt="2025-11-25T00:47:26.686" v="56" actId="47"/>
        <pc:sldMkLst>
          <pc:docMk/>
          <pc:sldMk cId="3883887688" sldId="322"/>
        </pc:sldMkLst>
      </pc:sldChg>
      <pc:sldChg chg="modTransition">
        <pc:chgData name="Hermes Abrantes" userId="14a2279902e71a87" providerId="LiveId" clId="{9FB4EE4C-911B-472F-9B58-BD8136BAEE31}" dt="2025-11-25T00:04:23.839" v="12"/>
        <pc:sldMkLst>
          <pc:docMk/>
          <pc:sldMk cId="2276603" sldId="324"/>
        </pc:sldMkLst>
      </pc:sldChg>
      <pc:sldChg chg="delSp del mod modTransition delAnim">
        <pc:chgData name="Hermes Abrantes" userId="14a2279902e71a87" providerId="LiveId" clId="{9FB4EE4C-911B-472F-9B58-BD8136BAEE31}" dt="2025-11-25T00:46:38.664" v="22" actId="47"/>
        <pc:sldMkLst>
          <pc:docMk/>
          <pc:sldMk cId="4237669875" sldId="325"/>
        </pc:sldMkLst>
        <pc:picChg chg="del">
          <ac:chgData name="Hermes Abrantes" userId="14a2279902e71a87" providerId="LiveId" clId="{9FB4EE4C-911B-472F-9B58-BD8136BAEE31}" dt="2025-11-25T00:44:44.934" v="16" actId="478"/>
          <ac:picMkLst>
            <pc:docMk/>
            <pc:sldMk cId="4237669875" sldId="325"/>
            <ac:picMk id="6" creationId="{30E8C7AC-822F-2A5A-7CC3-8C440B7D9BCF}"/>
          </ac:picMkLst>
        </pc:picChg>
      </pc:sldChg>
      <pc:sldChg chg="addSp del mod modTransition">
        <pc:chgData name="Hermes Abrantes" userId="14a2279902e71a87" providerId="LiveId" clId="{9FB4EE4C-911B-472F-9B58-BD8136BAEE31}" dt="2025-11-25T00:46:28.710" v="20" actId="47"/>
        <pc:sldMkLst>
          <pc:docMk/>
          <pc:sldMk cId="924133608" sldId="329"/>
        </pc:sldMkLst>
        <pc:picChg chg="add">
          <ac:chgData name="Hermes Abrantes" userId="14a2279902e71a87" providerId="LiveId" clId="{9FB4EE4C-911B-472F-9B58-BD8136BAEE31}" dt="2025-11-25T00:46:22.978" v="18" actId="22"/>
          <ac:picMkLst>
            <pc:docMk/>
            <pc:sldMk cId="924133608" sldId="329"/>
            <ac:picMk id="8" creationId="{34425232-BB56-E890-E5F3-A2AFA84553D1}"/>
          </ac:picMkLst>
        </pc:picChg>
      </pc:sldChg>
      <pc:sldChg chg="delSp mod modTransition delAnim">
        <pc:chgData name="Hermes Abrantes" userId="14a2279902e71a87" providerId="LiveId" clId="{9FB4EE4C-911B-472F-9B58-BD8136BAEE31}" dt="2025-11-25T00:04:23.839" v="12"/>
        <pc:sldMkLst>
          <pc:docMk/>
          <pc:sldMk cId="1952247755" sldId="330"/>
        </pc:sldMkLst>
        <pc:picChg chg="del">
          <ac:chgData name="Hermes Abrantes" userId="14a2279902e71a87" providerId="LiveId" clId="{9FB4EE4C-911B-472F-9B58-BD8136BAEE31}" dt="2025-11-24T23:57:09.092" v="8" actId="478"/>
          <ac:picMkLst>
            <pc:docMk/>
            <pc:sldMk cId="1952247755" sldId="330"/>
            <ac:picMk id="10" creationId="{A5E44977-8AB7-38A5-7752-15208A98681E}"/>
          </ac:picMkLst>
        </pc:picChg>
      </pc:sldChg>
      <pc:sldChg chg="delSp del mod modTransition delAnim">
        <pc:chgData name="Hermes Abrantes" userId="14a2279902e71a87" providerId="LiveId" clId="{9FB4EE4C-911B-472F-9B58-BD8136BAEE31}" dt="2025-11-25T00:46:31.926" v="21" actId="47"/>
        <pc:sldMkLst>
          <pc:docMk/>
          <pc:sldMk cId="1489845751" sldId="331"/>
        </pc:sldMkLst>
        <pc:picChg chg="del">
          <ac:chgData name="Hermes Abrantes" userId="14a2279902e71a87" providerId="LiveId" clId="{9FB4EE4C-911B-472F-9B58-BD8136BAEE31}" dt="2025-11-25T00:44:11.061" v="15" actId="478"/>
          <ac:picMkLst>
            <pc:docMk/>
            <pc:sldMk cId="1489845751" sldId="331"/>
            <ac:picMk id="7" creationId="{29E71031-5EE8-A636-FD0D-3B4019B5B7BD}"/>
          </ac:picMkLst>
        </pc:picChg>
      </pc:sldChg>
      <pc:sldChg chg="modSp mod modTransition">
        <pc:chgData name="Hermes Abrantes" userId="14a2279902e71a87" providerId="LiveId" clId="{9FB4EE4C-911B-472F-9B58-BD8136BAEE31}" dt="2025-11-25T00:53:41.872" v="82" actId="20577"/>
        <pc:sldMkLst>
          <pc:docMk/>
          <pc:sldMk cId="2886423564" sldId="332"/>
        </pc:sldMkLst>
        <pc:spChg chg="mod">
          <ac:chgData name="Hermes Abrantes" userId="14a2279902e71a87" providerId="LiveId" clId="{9FB4EE4C-911B-472F-9B58-BD8136BAEE31}" dt="2025-11-25T00:53:41.872" v="82" actId="20577"/>
          <ac:spMkLst>
            <pc:docMk/>
            <pc:sldMk cId="2886423564" sldId="332"/>
            <ac:spMk id="2" creationId="{9FFFC843-856B-3D6C-A0D9-27F467C33069}"/>
          </ac:spMkLst>
        </pc:spChg>
      </pc:sldChg>
      <pc:sldChg chg="addSp new mod modTransition">
        <pc:chgData name="Hermes Abrantes" userId="14a2279902e71a87" providerId="LiveId" clId="{9FB4EE4C-911B-472F-9B58-BD8136BAEE31}" dt="2025-11-25T00:04:23.839" v="12"/>
        <pc:sldMkLst>
          <pc:docMk/>
          <pc:sldMk cId="1981393604" sldId="333"/>
        </pc:sldMkLst>
        <pc:picChg chg="add">
          <ac:chgData name="Hermes Abrantes" userId="14a2279902e71a87" providerId="LiveId" clId="{9FB4EE4C-911B-472F-9B58-BD8136BAEE31}" dt="2025-11-25T00:01:39.707" v="11" actId="22"/>
          <ac:picMkLst>
            <pc:docMk/>
            <pc:sldMk cId="1981393604" sldId="333"/>
            <ac:picMk id="6" creationId="{121F00E2-CA8B-4E59-6D08-1F7FDDE77ADB}"/>
          </ac:picMkLst>
        </pc:picChg>
      </pc:sldChg>
      <pc:sldChg chg="addSp new mod">
        <pc:chgData name="Hermes Abrantes" userId="14a2279902e71a87" providerId="LiveId" clId="{9FB4EE4C-911B-472F-9B58-BD8136BAEE31}" dt="2025-11-25T00:46:25.176" v="19" actId="22"/>
        <pc:sldMkLst>
          <pc:docMk/>
          <pc:sldMk cId="828801068" sldId="334"/>
        </pc:sldMkLst>
        <pc:picChg chg="add">
          <ac:chgData name="Hermes Abrantes" userId="14a2279902e71a87" providerId="LiveId" clId="{9FB4EE4C-911B-472F-9B58-BD8136BAEE31}" dt="2025-11-25T00:46:25.176" v="19" actId="22"/>
          <ac:picMkLst>
            <pc:docMk/>
            <pc:sldMk cId="828801068" sldId="334"/>
            <ac:picMk id="6" creationId="{8B491C06-B283-EB6D-B44C-E60A24C5BFBC}"/>
          </ac:picMkLst>
        </pc:picChg>
      </pc:sldChg>
      <pc:sldChg chg="addSp delSp modSp new mod">
        <pc:chgData name="Hermes Abrantes" userId="14a2279902e71a87" providerId="LiveId" clId="{9FB4EE4C-911B-472F-9B58-BD8136BAEE31}" dt="2025-11-25T01:33:17.928" v="111" actId="478"/>
        <pc:sldMkLst>
          <pc:docMk/>
          <pc:sldMk cId="2019583599" sldId="335"/>
        </pc:sldMkLst>
        <pc:spChg chg="mod">
          <ac:chgData name="Hermes Abrantes" userId="14a2279902e71a87" providerId="LiveId" clId="{9FB4EE4C-911B-472F-9B58-BD8136BAEE31}" dt="2025-11-25T00:53:35.714" v="68" actId="20577"/>
          <ac:spMkLst>
            <pc:docMk/>
            <pc:sldMk cId="2019583599" sldId="335"/>
            <ac:spMk id="2" creationId="{A6173C07-F38B-2218-701F-7D1A9F3386F2}"/>
          </ac:spMkLst>
        </pc:spChg>
        <pc:spChg chg="del">
          <ac:chgData name="Hermes Abrantes" userId="14a2279902e71a87" providerId="LiveId" clId="{9FB4EE4C-911B-472F-9B58-BD8136BAEE31}" dt="2025-11-25T00:47:19.222" v="52" actId="478"/>
          <ac:spMkLst>
            <pc:docMk/>
            <pc:sldMk cId="2019583599" sldId="335"/>
            <ac:spMk id="3" creationId="{3114C0CC-1DFC-10DB-2920-06329C9BB8FB}"/>
          </ac:spMkLst>
        </pc:spChg>
        <pc:spChg chg="del">
          <ac:chgData name="Hermes Abrantes" userId="14a2279902e71a87" providerId="LiveId" clId="{9FB4EE4C-911B-472F-9B58-BD8136BAEE31}" dt="2025-11-25T01:33:17.928" v="111" actId="478"/>
          <ac:spMkLst>
            <pc:docMk/>
            <pc:sldMk cId="2019583599" sldId="335"/>
            <ac:spMk id="5" creationId="{6A6D682C-BBCE-178E-8342-E9DAF0AA98FD}"/>
          </ac:spMkLst>
        </pc:spChg>
        <pc:spChg chg="add mod">
          <ac:chgData name="Hermes Abrantes" userId="14a2279902e71a87" providerId="LiveId" clId="{9FB4EE4C-911B-472F-9B58-BD8136BAEE31}" dt="2025-11-25T01:33:11.685" v="110" actId="1076"/>
          <ac:spMkLst>
            <pc:docMk/>
            <pc:sldMk cId="2019583599" sldId="335"/>
            <ac:spMk id="7" creationId="{CD0BB59A-4D28-64BA-87CF-51D52D9D726B}"/>
          </ac:spMkLst>
        </pc:spChg>
        <pc:picChg chg="add mod">
          <ac:chgData name="Hermes Abrantes" userId="14a2279902e71a87" providerId="LiveId" clId="{9FB4EE4C-911B-472F-9B58-BD8136BAEE31}" dt="2025-11-25T01:32:59.589" v="106" actId="1076"/>
          <ac:picMkLst>
            <pc:docMk/>
            <pc:sldMk cId="2019583599" sldId="335"/>
            <ac:picMk id="8" creationId="{FF681915-A5CE-64BD-A16C-9F9D50F984A4}"/>
          </ac:picMkLst>
        </pc:pic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95984BC-8AE7-4C55-85C2-F343599B6FE3}"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7291D5AC-F086-4239-BF8E-981A8093CF48}">
      <dgm:prSet/>
      <dgm:spPr/>
      <dgm:t>
        <a:bodyPr/>
        <a:lstStyle/>
        <a:p>
          <a:r>
            <a:rPr lang="en-US" dirty="0"/>
            <a:t>Tableau Visualization</a:t>
          </a:r>
        </a:p>
      </dgm:t>
    </dgm:pt>
    <dgm:pt modelId="{EA9A2F24-BD28-4F49-82B8-BED9EBA0F3B5}" type="parTrans" cxnId="{22B7E4DA-D59A-4A31-B7F0-D63BF4191E49}">
      <dgm:prSet/>
      <dgm:spPr/>
      <dgm:t>
        <a:bodyPr/>
        <a:lstStyle/>
        <a:p>
          <a:endParaRPr lang="en-US"/>
        </a:p>
      </dgm:t>
    </dgm:pt>
    <dgm:pt modelId="{D9CD3918-175C-4736-9F53-011D03698F82}" type="sibTrans" cxnId="{22B7E4DA-D59A-4A31-B7F0-D63BF4191E49}">
      <dgm:prSet/>
      <dgm:spPr/>
      <dgm:t>
        <a:bodyPr/>
        <a:lstStyle/>
        <a:p>
          <a:endParaRPr lang="en-US"/>
        </a:p>
      </dgm:t>
    </dgm:pt>
    <dgm:pt modelId="{DBFA443B-1D89-411A-95DD-9AEF5291C796}">
      <dgm:prSet/>
      <dgm:spPr/>
      <dgm:t>
        <a:bodyPr/>
        <a:lstStyle/>
        <a:p>
          <a:r>
            <a:rPr lang="en-US" dirty="0"/>
            <a:t>Power BI Visualization</a:t>
          </a:r>
        </a:p>
      </dgm:t>
    </dgm:pt>
    <dgm:pt modelId="{A3582C0D-CDA4-4963-ABEE-2CE1884419C3}" type="parTrans" cxnId="{753F8EC3-8840-4777-8603-8A47E0E2F404}">
      <dgm:prSet/>
      <dgm:spPr/>
      <dgm:t>
        <a:bodyPr/>
        <a:lstStyle/>
        <a:p>
          <a:endParaRPr lang="en-US"/>
        </a:p>
      </dgm:t>
    </dgm:pt>
    <dgm:pt modelId="{FC39076B-037A-4255-A787-4332B2820473}" type="sibTrans" cxnId="{753F8EC3-8840-4777-8603-8A47E0E2F404}">
      <dgm:prSet/>
      <dgm:spPr/>
      <dgm:t>
        <a:bodyPr/>
        <a:lstStyle/>
        <a:p>
          <a:endParaRPr lang="en-US"/>
        </a:p>
      </dgm:t>
    </dgm:pt>
    <dgm:pt modelId="{839A16BC-B164-440A-92EC-A8922B733569}">
      <dgm:prSet/>
      <dgm:spPr/>
      <dgm:t>
        <a:bodyPr/>
        <a:lstStyle/>
        <a:p>
          <a:r>
            <a:rPr lang="en-US"/>
            <a:t>Visualization Tool Selection Process</a:t>
          </a:r>
        </a:p>
      </dgm:t>
    </dgm:pt>
    <dgm:pt modelId="{A7006FC3-C437-4836-9984-CF1C1D1A7331}" type="parTrans" cxnId="{EA424D05-CE00-43D6-8DBA-6E33F8A797F0}">
      <dgm:prSet/>
      <dgm:spPr/>
      <dgm:t>
        <a:bodyPr/>
        <a:lstStyle/>
        <a:p>
          <a:endParaRPr lang="en-US"/>
        </a:p>
      </dgm:t>
    </dgm:pt>
    <dgm:pt modelId="{DD6A792A-481C-4F79-9B55-B44E9C22F7BF}" type="sibTrans" cxnId="{EA424D05-CE00-43D6-8DBA-6E33F8A797F0}">
      <dgm:prSet/>
      <dgm:spPr/>
      <dgm:t>
        <a:bodyPr/>
        <a:lstStyle/>
        <a:p>
          <a:endParaRPr lang="en-US"/>
        </a:p>
      </dgm:t>
    </dgm:pt>
    <dgm:pt modelId="{490F7107-4B4D-43DF-81C0-8B818177F68F}" type="pres">
      <dgm:prSet presAssocID="{F95984BC-8AE7-4C55-85C2-F343599B6FE3}" presName="root" presStyleCnt="0">
        <dgm:presLayoutVars>
          <dgm:dir/>
          <dgm:resizeHandles val="exact"/>
        </dgm:presLayoutVars>
      </dgm:prSet>
      <dgm:spPr/>
    </dgm:pt>
    <dgm:pt modelId="{BCF07C9E-BF19-4B3B-AA59-88CA58E7C701}" type="pres">
      <dgm:prSet presAssocID="{7291D5AC-F086-4239-BF8E-981A8093CF48}" presName="compNode" presStyleCnt="0"/>
      <dgm:spPr/>
    </dgm:pt>
    <dgm:pt modelId="{041AF2A9-1598-446F-A960-5C816587B865}" type="pres">
      <dgm:prSet presAssocID="{7291D5AC-F086-4239-BF8E-981A8093CF48}" presName="bgRect" presStyleLbl="bgShp" presStyleIdx="0" presStyleCnt="3"/>
      <dgm:spPr/>
    </dgm:pt>
    <dgm:pt modelId="{ED587C2C-9D44-4787-8DA8-D36168A12834}" type="pres">
      <dgm:prSet presAssocID="{7291D5AC-F086-4239-BF8E-981A8093CF48}"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C9E57541-E557-4BEC-B80A-77C9ACDC3CA6}" type="pres">
      <dgm:prSet presAssocID="{7291D5AC-F086-4239-BF8E-981A8093CF48}" presName="spaceRect" presStyleCnt="0"/>
      <dgm:spPr/>
    </dgm:pt>
    <dgm:pt modelId="{D043FC7D-3B26-4EB2-AF83-44FDC478D100}" type="pres">
      <dgm:prSet presAssocID="{7291D5AC-F086-4239-BF8E-981A8093CF48}" presName="parTx" presStyleLbl="revTx" presStyleIdx="0" presStyleCnt="3">
        <dgm:presLayoutVars>
          <dgm:chMax val="0"/>
          <dgm:chPref val="0"/>
        </dgm:presLayoutVars>
      </dgm:prSet>
      <dgm:spPr/>
    </dgm:pt>
    <dgm:pt modelId="{C9671888-0CA0-4732-B2F0-1536530742ED}" type="pres">
      <dgm:prSet presAssocID="{D9CD3918-175C-4736-9F53-011D03698F82}" presName="sibTrans" presStyleCnt="0"/>
      <dgm:spPr/>
    </dgm:pt>
    <dgm:pt modelId="{009FF746-E883-4E26-A7D7-92E242C8FDA6}" type="pres">
      <dgm:prSet presAssocID="{DBFA443B-1D89-411A-95DD-9AEF5291C796}" presName="compNode" presStyleCnt="0"/>
      <dgm:spPr/>
    </dgm:pt>
    <dgm:pt modelId="{2D07CD83-E091-49DD-85EF-0B4DA4C1EBE6}" type="pres">
      <dgm:prSet presAssocID="{DBFA443B-1D89-411A-95DD-9AEF5291C796}" presName="bgRect" presStyleLbl="bgShp" presStyleIdx="1" presStyleCnt="3"/>
      <dgm:spPr/>
    </dgm:pt>
    <dgm:pt modelId="{C92E073C-BB93-4956-95DE-F431C9D9093C}" type="pres">
      <dgm:prSet presAssocID="{DBFA443B-1D89-411A-95DD-9AEF5291C796}"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ar chart"/>
        </a:ext>
      </dgm:extLst>
    </dgm:pt>
    <dgm:pt modelId="{5C8616B7-600C-4674-BDDC-A4AA35F0E73D}" type="pres">
      <dgm:prSet presAssocID="{DBFA443B-1D89-411A-95DD-9AEF5291C796}" presName="spaceRect" presStyleCnt="0"/>
      <dgm:spPr/>
    </dgm:pt>
    <dgm:pt modelId="{23182B81-551E-4B74-9C80-6D2EE4E68DD0}" type="pres">
      <dgm:prSet presAssocID="{DBFA443B-1D89-411A-95DD-9AEF5291C796}" presName="parTx" presStyleLbl="revTx" presStyleIdx="1" presStyleCnt="3">
        <dgm:presLayoutVars>
          <dgm:chMax val="0"/>
          <dgm:chPref val="0"/>
        </dgm:presLayoutVars>
      </dgm:prSet>
      <dgm:spPr/>
    </dgm:pt>
    <dgm:pt modelId="{A20D8EF0-50D5-44D7-9652-E0E3340EE6A6}" type="pres">
      <dgm:prSet presAssocID="{FC39076B-037A-4255-A787-4332B2820473}" presName="sibTrans" presStyleCnt="0"/>
      <dgm:spPr/>
    </dgm:pt>
    <dgm:pt modelId="{810D2E16-333F-4A85-B5D9-0B2B3FB7F81E}" type="pres">
      <dgm:prSet presAssocID="{839A16BC-B164-440A-92EC-A8922B733569}" presName="compNode" presStyleCnt="0"/>
      <dgm:spPr/>
    </dgm:pt>
    <dgm:pt modelId="{C2D0C9C8-B4EF-455D-A9D0-DA19CF1293A9}" type="pres">
      <dgm:prSet presAssocID="{839A16BC-B164-440A-92EC-A8922B733569}" presName="bgRect" presStyleLbl="bgShp" presStyleIdx="2" presStyleCnt="3"/>
      <dgm:spPr/>
    </dgm:pt>
    <dgm:pt modelId="{8F4E9FCA-F6BD-49D5-AF10-EA4E1D2E6C31}" type="pres">
      <dgm:prSet presAssocID="{839A16BC-B164-440A-92EC-A8922B733569}"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Gears"/>
        </a:ext>
      </dgm:extLst>
    </dgm:pt>
    <dgm:pt modelId="{08F073D7-4090-4B09-A559-32ACDBA15F92}" type="pres">
      <dgm:prSet presAssocID="{839A16BC-B164-440A-92EC-A8922B733569}" presName="spaceRect" presStyleCnt="0"/>
      <dgm:spPr/>
    </dgm:pt>
    <dgm:pt modelId="{1F710E7D-38B6-460D-9703-594A0DFB2808}" type="pres">
      <dgm:prSet presAssocID="{839A16BC-B164-440A-92EC-A8922B733569}" presName="parTx" presStyleLbl="revTx" presStyleIdx="2" presStyleCnt="3">
        <dgm:presLayoutVars>
          <dgm:chMax val="0"/>
          <dgm:chPref val="0"/>
        </dgm:presLayoutVars>
      </dgm:prSet>
      <dgm:spPr/>
    </dgm:pt>
  </dgm:ptLst>
  <dgm:cxnLst>
    <dgm:cxn modelId="{EA424D05-CE00-43D6-8DBA-6E33F8A797F0}" srcId="{F95984BC-8AE7-4C55-85C2-F343599B6FE3}" destId="{839A16BC-B164-440A-92EC-A8922B733569}" srcOrd="2" destOrd="0" parTransId="{A7006FC3-C437-4836-9984-CF1C1D1A7331}" sibTransId="{DD6A792A-481C-4F79-9B55-B44E9C22F7BF}"/>
    <dgm:cxn modelId="{8415A046-2FA2-4311-B13C-93416CECCF4E}" type="presOf" srcId="{839A16BC-B164-440A-92EC-A8922B733569}" destId="{1F710E7D-38B6-460D-9703-594A0DFB2808}" srcOrd="0" destOrd="0" presId="urn:microsoft.com/office/officeart/2018/2/layout/IconVerticalSolidList"/>
    <dgm:cxn modelId="{B16A3B4E-4390-472A-BDA1-0A2641532E97}" type="presOf" srcId="{DBFA443B-1D89-411A-95DD-9AEF5291C796}" destId="{23182B81-551E-4B74-9C80-6D2EE4E68DD0}" srcOrd="0" destOrd="0" presId="urn:microsoft.com/office/officeart/2018/2/layout/IconVerticalSolidList"/>
    <dgm:cxn modelId="{9D0432A2-0428-4B11-8D4E-FFB8183C3C1B}" type="presOf" srcId="{F95984BC-8AE7-4C55-85C2-F343599B6FE3}" destId="{490F7107-4B4D-43DF-81C0-8B818177F68F}" srcOrd="0" destOrd="0" presId="urn:microsoft.com/office/officeart/2018/2/layout/IconVerticalSolidList"/>
    <dgm:cxn modelId="{753F8EC3-8840-4777-8603-8A47E0E2F404}" srcId="{F95984BC-8AE7-4C55-85C2-F343599B6FE3}" destId="{DBFA443B-1D89-411A-95DD-9AEF5291C796}" srcOrd="1" destOrd="0" parTransId="{A3582C0D-CDA4-4963-ABEE-2CE1884419C3}" sibTransId="{FC39076B-037A-4255-A787-4332B2820473}"/>
    <dgm:cxn modelId="{22B7E4DA-D59A-4A31-B7F0-D63BF4191E49}" srcId="{F95984BC-8AE7-4C55-85C2-F343599B6FE3}" destId="{7291D5AC-F086-4239-BF8E-981A8093CF48}" srcOrd="0" destOrd="0" parTransId="{EA9A2F24-BD28-4F49-82B8-BED9EBA0F3B5}" sibTransId="{D9CD3918-175C-4736-9F53-011D03698F82}"/>
    <dgm:cxn modelId="{A3004DEA-10E7-4BDA-8B02-86DF8879DB76}" type="presOf" srcId="{7291D5AC-F086-4239-BF8E-981A8093CF48}" destId="{D043FC7D-3B26-4EB2-AF83-44FDC478D100}" srcOrd="0" destOrd="0" presId="urn:microsoft.com/office/officeart/2018/2/layout/IconVerticalSolidList"/>
    <dgm:cxn modelId="{27924E14-AE4E-4561-AAC0-9BAB1EACE742}" type="presParOf" srcId="{490F7107-4B4D-43DF-81C0-8B818177F68F}" destId="{BCF07C9E-BF19-4B3B-AA59-88CA58E7C701}" srcOrd="0" destOrd="0" presId="urn:microsoft.com/office/officeart/2018/2/layout/IconVerticalSolidList"/>
    <dgm:cxn modelId="{DD4E1CB3-5548-49FA-B209-5B36E47745C1}" type="presParOf" srcId="{BCF07C9E-BF19-4B3B-AA59-88CA58E7C701}" destId="{041AF2A9-1598-446F-A960-5C816587B865}" srcOrd="0" destOrd="0" presId="urn:microsoft.com/office/officeart/2018/2/layout/IconVerticalSolidList"/>
    <dgm:cxn modelId="{4AD5D3DD-7FDD-47B7-BBCA-0A700999D57D}" type="presParOf" srcId="{BCF07C9E-BF19-4B3B-AA59-88CA58E7C701}" destId="{ED587C2C-9D44-4787-8DA8-D36168A12834}" srcOrd="1" destOrd="0" presId="urn:microsoft.com/office/officeart/2018/2/layout/IconVerticalSolidList"/>
    <dgm:cxn modelId="{0C66A9B0-37B0-4CE8-949E-EE3E6AAA2C84}" type="presParOf" srcId="{BCF07C9E-BF19-4B3B-AA59-88CA58E7C701}" destId="{C9E57541-E557-4BEC-B80A-77C9ACDC3CA6}" srcOrd="2" destOrd="0" presId="urn:microsoft.com/office/officeart/2018/2/layout/IconVerticalSolidList"/>
    <dgm:cxn modelId="{1CE3143A-1D23-4C44-8057-8C1B98F84ABD}" type="presParOf" srcId="{BCF07C9E-BF19-4B3B-AA59-88CA58E7C701}" destId="{D043FC7D-3B26-4EB2-AF83-44FDC478D100}" srcOrd="3" destOrd="0" presId="urn:microsoft.com/office/officeart/2018/2/layout/IconVerticalSolidList"/>
    <dgm:cxn modelId="{0EF386A7-DB55-4EA1-AFE9-E123F95E66C8}" type="presParOf" srcId="{490F7107-4B4D-43DF-81C0-8B818177F68F}" destId="{C9671888-0CA0-4732-B2F0-1536530742ED}" srcOrd="1" destOrd="0" presId="urn:microsoft.com/office/officeart/2018/2/layout/IconVerticalSolidList"/>
    <dgm:cxn modelId="{8656F235-C5C0-41C5-A09C-ADDB81C2EBF8}" type="presParOf" srcId="{490F7107-4B4D-43DF-81C0-8B818177F68F}" destId="{009FF746-E883-4E26-A7D7-92E242C8FDA6}" srcOrd="2" destOrd="0" presId="urn:microsoft.com/office/officeart/2018/2/layout/IconVerticalSolidList"/>
    <dgm:cxn modelId="{D9133E43-B282-4C01-9D23-E3A38F2A619D}" type="presParOf" srcId="{009FF746-E883-4E26-A7D7-92E242C8FDA6}" destId="{2D07CD83-E091-49DD-85EF-0B4DA4C1EBE6}" srcOrd="0" destOrd="0" presId="urn:microsoft.com/office/officeart/2018/2/layout/IconVerticalSolidList"/>
    <dgm:cxn modelId="{F76FB24B-14A6-45FC-B8FE-D676A9C41413}" type="presParOf" srcId="{009FF746-E883-4E26-A7D7-92E242C8FDA6}" destId="{C92E073C-BB93-4956-95DE-F431C9D9093C}" srcOrd="1" destOrd="0" presId="urn:microsoft.com/office/officeart/2018/2/layout/IconVerticalSolidList"/>
    <dgm:cxn modelId="{19A172A2-E107-4DAE-8B8F-D7A9B874E915}" type="presParOf" srcId="{009FF746-E883-4E26-A7D7-92E242C8FDA6}" destId="{5C8616B7-600C-4674-BDDC-A4AA35F0E73D}" srcOrd="2" destOrd="0" presId="urn:microsoft.com/office/officeart/2018/2/layout/IconVerticalSolidList"/>
    <dgm:cxn modelId="{5B55293E-7EA9-412E-B18F-8FECCA7D00D2}" type="presParOf" srcId="{009FF746-E883-4E26-A7D7-92E242C8FDA6}" destId="{23182B81-551E-4B74-9C80-6D2EE4E68DD0}" srcOrd="3" destOrd="0" presId="urn:microsoft.com/office/officeart/2018/2/layout/IconVerticalSolidList"/>
    <dgm:cxn modelId="{5BF97BE6-46EB-4996-8BAD-AD114818E6F0}" type="presParOf" srcId="{490F7107-4B4D-43DF-81C0-8B818177F68F}" destId="{A20D8EF0-50D5-44D7-9652-E0E3340EE6A6}" srcOrd="3" destOrd="0" presId="urn:microsoft.com/office/officeart/2018/2/layout/IconVerticalSolidList"/>
    <dgm:cxn modelId="{56087C00-95FC-4988-988C-9F59237C7B06}" type="presParOf" srcId="{490F7107-4B4D-43DF-81C0-8B818177F68F}" destId="{810D2E16-333F-4A85-B5D9-0B2B3FB7F81E}" srcOrd="4" destOrd="0" presId="urn:microsoft.com/office/officeart/2018/2/layout/IconVerticalSolidList"/>
    <dgm:cxn modelId="{9F9FB065-5D47-49F0-A8BF-70ECE08B8573}" type="presParOf" srcId="{810D2E16-333F-4A85-B5D9-0B2B3FB7F81E}" destId="{C2D0C9C8-B4EF-455D-A9D0-DA19CF1293A9}" srcOrd="0" destOrd="0" presId="urn:microsoft.com/office/officeart/2018/2/layout/IconVerticalSolidList"/>
    <dgm:cxn modelId="{C845C469-EB51-490A-90F8-EB17DDF1AEF0}" type="presParOf" srcId="{810D2E16-333F-4A85-B5D9-0B2B3FB7F81E}" destId="{8F4E9FCA-F6BD-49D5-AF10-EA4E1D2E6C31}" srcOrd="1" destOrd="0" presId="urn:microsoft.com/office/officeart/2018/2/layout/IconVerticalSolidList"/>
    <dgm:cxn modelId="{D94219A9-7C5D-4B6A-A72D-CFD36722D646}" type="presParOf" srcId="{810D2E16-333F-4A85-B5D9-0B2B3FB7F81E}" destId="{08F073D7-4090-4B09-A559-32ACDBA15F92}" srcOrd="2" destOrd="0" presId="urn:microsoft.com/office/officeart/2018/2/layout/IconVerticalSolidList"/>
    <dgm:cxn modelId="{505EE124-B476-45DE-AA71-1BCF17EAC08E}" type="presParOf" srcId="{810D2E16-333F-4A85-B5D9-0B2B3FB7F81E}" destId="{1F710E7D-38B6-460D-9703-594A0DFB2808}"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1AF2A9-1598-446F-A960-5C816587B865}">
      <dsp:nvSpPr>
        <dsp:cNvPr id="0" name=""/>
        <dsp:cNvSpPr/>
      </dsp:nvSpPr>
      <dsp:spPr>
        <a:xfrm>
          <a:off x="0" y="450"/>
          <a:ext cx="10168127" cy="105522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D587C2C-9D44-4787-8DA8-D36168A12834}">
      <dsp:nvSpPr>
        <dsp:cNvPr id="0" name=""/>
        <dsp:cNvSpPr/>
      </dsp:nvSpPr>
      <dsp:spPr>
        <a:xfrm>
          <a:off x="319204" y="237875"/>
          <a:ext cx="580371" cy="58037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043FC7D-3B26-4EB2-AF83-44FDC478D100}">
      <dsp:nvSpPr>
        <dsp:cNvPr id="0" name=""/>
        <dsp:cNvSpPr/>
      </dsp:nvSpPr>
      <dsp:spPr>
        <a:xfrm>
          <a:off x="1218780" y="450"/>
          <a:ext cx="8949347" cy="10552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1678" tIns="111678" rIns="111678" bIns="111678" numCol="1" spcCol="1270" anchor="ctr" anchorCtr="0">
          <a:noAutofit/>
        </a:bodyPr>
        <a:lstStyle/>
        <a:p>
          <a:pPr marL="0" lvl="0" indent="0" algn="l" defTabSz="1111250">
            <a:lnSpc>
              <a:spcPct val="90000"/>
            </a:lnSpc>
            <a:spcBef>
              <a:spcPct val="0"/>
            </a:spcBef>
            <a:spcAft>
              <a:spcPct val="35000"/>
            </a:spcAft>
            <a:buNone/>
          </a:pPr>
          <a:r>
            <a:rPr lang="en-US" sz="2500" kern="1200" dirty="0"/>
            <a:t>Tableau Visualization</a:t>
          </a:r>
        </a:p>
      </dsp:txBody>
      <dsp:txXfrm>
        <a:off x="1218780" y="450"/>
        <a:ext cx="8949347" cy="1055221"/>
      </dsp:txXfrm>
    </dsp:sp>
    <dsp:sp modelId="{2D07CD83-E091-49DD-85EF-0B4DA4C1EBE6}">
      <dsp:nvSpPr>
        <dsp:cNvPr id="0" name=""/>
        <dsp:cNvSpPr/>
      </dsp:nvSpPr>
      <dsp:spPr>
        <a:xfrm>
          <a:off x="0" y="1319477"/>
          <a:ext cx="10168127" cy="105522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92E073C-BB93-4956-95DE-F431C9D9093C}">
      <dsp:nvSpPr>
        <dsp:cNvPr id="0" name=""/>
        <dsp:cNvSpPr/>
      </dsp:nvSpPr>
      <dsp:spPr>
        <a:xfrm>
          <a:off x="319204" y="1556902"/>
          <a:ext cx="580371" cy="58037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3182B81-551E-4B74-9C80-6D2EE4E68DD0}">
      <dsp:nvSpPr>
        <dsp:cNvPr id="0" name=""/>
        <dsp:cNvSpPr/>
      </dsp:nvSpPr>
      <dsp:spPr>
        <a:xfrm>
          <a:off x="1218780" y="1319477"/>
          <a:ext cx="8949347" cy="10552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1678" tIns="111678" rIns="111678" bIns="111678" numCol="1" spcCol="1270" anchor="ctr" anchorCtr="0">
          <a:noAutofit/>
        </a:bodyPr>
        <a:lstStyle/>
        <a:p>
          <a:pPr marL="0" lvl="0" indent="0" algn="l" defTabSz="1111250">
            <a:lnSpc>
              <a:spcPct val="90000"/>
            </a:lnSpc>
            <a:spcBef>
              <a:spcPct val="0"/>
            </a:spcBef>
            <a:spcAft>
              <a:spcPct val="35000"/>
            </a:spcAft>
            <a:buNone/>
          </a:pPr>
          <a:r>
            <a:rPr lang="en-US" sz="2500" kern="1200" dirty="0"/>
            <a:t>Power BI Visualization</a:t>
          </a:r>
        </a:p>
      </dsp:txBody>
      <dsp:txXfrm>
        <a:off x="1218780" y="1319477"/>
        <a:ext cx="8949347" cy="1055221"/>
      </dsp:txXfrm>
    </dsp:sp>
    <dsp:sp modelId="{C2D0C9C8-B4EF-455D-A9D0-DA19CF1293A9}">
      <dsp:nvSpPr>
        <dsp:cNvPr id="0" name=""/>
        <dsp:cNvSpPr/>
      </dsp:nvSpPr>
      <dsp:spPr>
        <a:xfrm>
          <a:off x="0" y="2638503"/>
          <a:ext cx="10168127" cy="1055221"/>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F4E9FCA-F6BD-49D5-AF10-EA4E1D2E6C31}">
      <dsp:nvSpPr>
        <dsp:cNvPr id="0" name=""/>
        <dsp:cNvSpPr/>
      </dsp:nvSpPr>
      <dsp:spPr>
        <a:xfrm>
          <a:off x="319204" y="2875928"/>
          <a:ext cx="580371" cy="58037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F710E7D-38B6-460D-9703-594A0DFB2808}">
      <dsp:nvSpPr>
        <dsp:cNvPr id="0" name=""/>
        <dsp:cNvSpPr/>
      </dsp:nvSpPr>
      <dsp:spPr>
        <a:xfrm>
          <a:off x="1218780" y="2638503"/>
          <a:ext cx="8949347" cy="10552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1678" tIns="111678" rIns="111678" bIns="111678" numCol="1" spcCol="1270" anchor="ctr" anchorCtr="0">
          <a:noAutofit/>
        </a:bodyPr>
        <a:lstStyle/>
        <a:p>
          <a:pPr marL="0" lvl="0" indent="0" algn="l" defTabSz="1111250">
            <a:lnSpc>
              <a:spcPct val="90000"/>
            </a:lnSpc>
            <a:spcBef>
              <a:spcPct val="0"/>
            </a:spcBef>
            <a:spcAft>
              <a:spcPct val="35000"/>
            </a:spcAft>
            <a:buNone/>
          </a:pPr>
          <a:r>
            <a:rPr lang="en-US" sz="2500" kern="1200"/>
            <a:t>Visualization Tool Selection Process</a:t>
          </a:r>
        </a:p>
      </dsp:txBody>
      <dsp:txXfrm>
        <a:off x="1218780" y="2638503"/>
        <a:ext cx="8949347" cy="1055221"/>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E7F456E-01A6-4013-ACA5-F5492591A24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484983A3-9B9B-4D61-97C9-B9E239A3159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56F32FC-4BD9-442A-A8C6-51598C909FE3}" type="datetimeFigureOut">
              <a:rPr lang="en-US" smtClean="0"/>
              <a:t>11/24/2025</a:t>
            </a:fld>
            <a:endParaRPr lang="en-US"/>
          </a:p>
        </p:txBody>
      </p:sp>
      <p:sp>
        <p:nvSpPr>
          <p:cNvPr id="4" name="Footer Placeholder 3">
            <a:extLst>
              <a:ext uri="{FF2B5EF4-FFF2-40B4-BE49-F238E27FC236}">
                <a16:creationId xmlns:a16="http://schemas.microsoft.com/office/drawing/2014/main" id="{5EEABE74-7A97-4D17-8390-42ADD25C33C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42C1DBD-1052-425E-BF3C-983304BED5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8EEFA9E-C190-4F5C-8394-BD5F1CD55C02}" type="slidenum">
              <a:rPr lang="en-US" smtClean="0"/>
              <a:t>‹#›</a:t>
            </a:fld>
            <a:endParaRPr lang="en-US"/>
          </a:p>
        </p:txBody>
      </p:sp>
    </p:spTree>
    <p:extLst>
      <p:ext uri="{BB962C8B-B14F-4D97-AF65-F5344CB8AC3E}">
        <p14:creationId xmlns:p14="http://schemas.microsoft.com/office/powerpoint/2010/main" val="23248019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6371FA-A98D-41E8-93F4-09945841298A}" type="datetimeFigureOut">
              <a:rPr lang="en-US" smtClean="0"/>
              <a:t>11/24/2025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289C57-55D7-40A4-A101-E74FAC7A092B}" type="slidenum">
              <a:rPr lang="en-US" smtClean="0"/>
              <a:t>‹#›</a:t>
            </a:fld>
            <a:endParaRPr lang="en-US"/>
          </a:p>
        </p:txBody>
      </p:sp>
    </p:spTree>
    <p:extLst>
      <p:ext uri="{BB962C8B-B14F-4D97-AF65-F5344CB8AC3E}">
        <p14:creationId xmlns:p14="http://schemas.microsoft.com/office/powerpoint/2010/main" val="28399023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Good morning,  This is Team A. Ram and Hermes.  We are here to talk about our final project. </a:t>
            </a:r>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1</a:t>
            </a:fld>
            <a:endParaRPr lang="en-US"/>
          </a:p>
        </p:txBody>
      </p:sp>
    </p:spTree>
    <p:extLst>
      <p:ext uri="{BB962C8B-B14F-4D97-AF65-F5344CB8AC3E}">
        <p14:creationId xmlns:p14="http://schemas.microsoft.com/office/powerpoint/2010/main" val="17781288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This slide outlines the crucial </a:t>
            </a:r>
            <a:r>
              <a:rPr lang="en-US" sz="1200" b="1" i="0" kern="1200" dirty="0">
                <a:solidFill>
                  <a:schemeClr val="tx1"/>
                </a:solidFill>
                <a:effectLst/>
                <a:latin typeface="+mn-lt"/>
                <a:ea typeface="+mn-ea"/>
                <a:cs typeface="+mn-cs"/>
              </a:rPr>
              <a:t>Task Definition</a:t>
            </a:r>
            <a:r>
              <a:rPr lang="en-US" sz="1200" b="0" i="0" kern="1200" dirty="0">
                <a:solidFill>
                  <a:schemeClr val="tx1"/>
                </a:solidFill>
                <a:effectLst/>
                <a:latin typeface="+mn-lt"/>
                <a:ea typeface="+mn-ea"/>
                <a:cs typeface="+mn-cs"/>
              </a:rPr>
              <a:t> guiding our project. Our work is centered around a very common scenario: a user </a:t>
            </a:r>
            <a:r>
              <a:rPr lang="en-US" sz="1200" b="1" i="0" kern="1200" dirty="0">
                <a:solidFill>
                  <a:schemeClr val="tx1"/>
                </a:solidFill>
                <a:effectLst/>
                <a:latin typeface="+mn-lt"/>
                <a:ea typeface="+mn-ea"/>
                <a:cs typeface="+mn-cs"/>
              </a:rPr>
              <a:t>plans to move to a location in the US and needs to find the best place to live in the state and around the workplace.</a:t>
            </a:r>
          </a:p>
          <a:p>
            <a:r>
              <a:rPr lang="en-US" sz="1200" b="0" i="0" kern="1200" dirty="0">
                <a:solidFill>
                  <a:schemeClr val="tx1"/>
                </a:solidFill>
                <a:effectLst/>
                <a:latin typeface="+mn-lt"/>
                <a:ea typeface="+mn-ea"/>
                <a:cs typeface="+mn-cs"/>
              </a:rPr>
              <a:t>The project addresses this need by focusing on two primary questions. First, we tackle general affordability: </a:t>
            </a:r>
            <a:r>
              <a:rPr lang="en-US" sz="1200" b="1" i="0" kern="1200" dirty="0">
                <a:solidFill>
                  <a:schemeClr val="tx1"/>
                </a:solidFill>
                <a:effectLst/>
                <a:latin typeface="+mn-lt"/>
                <a:ea typeface="+mn-ea"/>
                <a:cs typeface="+mn-cs"/>
              </a:rPr>
              <a:t>Which nearby Counties are most affordable based on rent to income ratio?</a:t>
            </a:r>
            <a:r>
              <a:rPr lang="en-US" sz="1200" b="0" i="0" kern="1200" dirty="0">
                <a:solidFill>
                  <a:schemeClr val="tx1"/>
                </a:solidFill>
                <a:effectLst/>
                <a:latin typeface="+mn-lt"/>
                <a:ea typeface="+mn-ea"/>
                <a:cs typeface="+mn-cs"/>
              </a:rPr>
              <a:t> Analyzing this ratio is key to narrowing down the viable geographic area for the user.“ Second, once a county is identified, we provide the detailed data needed for decision-making. Specifically, </a:t>
            </a:r>
            <a:r>
              <a:rPr lang="en-US" sz="1200" b="1" i="0" kern="1200" dirty="0">
                <a:solidFill>
                  <a:schemeClr val="tx1"/>
                </a:solidFill>
                <a:effectLst/>
                <a:latin typeface="+mn-lt"/>
                <a:ea typeface="+mn-ea"/>
                <a:cs typeface="+mn-cs"/>
              </a:rPr>
              <a:t>in a County, what are those specific market rents for different accommodation sizes?</a:t>
            </a:r>
            <a:r>
              <a:rPr lang="en-US" sz="1200" b="0" i="0" kern="1200" dirty="0">
                <a:solidFill>
                  <a:schemeClr val="tx1"/>
                </a:solidFill>
                <a:effectLst/>
                <a:latin typeface="+mn-lt"/>
                <a:ea typeface="+mn-ea"/>
                <a:cs typeface="+mn-cs"/>
              </a:rPr>
              <a:t> This ensures the user has precise, granular data on housing costs for various units to decide as to which county they want to live in.</a:t>
            </a:r>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2</a:t>
            </a:fld>
            <a:endParaRPr lang="en-US"/>
          </a:p>
        </p:txBody>
      </p:sp>
    </p:spTree>
    <p:extLst>
      <p:ext uri="{BB962C8B-B14F-4D97-AF65-F5344CB8AC3E}">
        <p14:creationId xmlns:p14="http://schemas.microsoft.com/office/powerpoint/2010/main" val="32637734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order to find affordability by county, after extensive research the data was sourced from two credible sites – The Median Household Income per County from American Community Survey from Census.gov site and Median Rent per families from Housing and Urban Development (HUD) Department’s Fair Market Rent (FMR) Survey.  You can find the links in this slide.</a:t>
            </a:r>
          </a:p>
        </p:txBody>
      </p:sp>
      <p:sp>
        <p:nvSpPr>
          <p:cNvPr id="4" name="Slide Number Placeholder 3"/>
          <p:cNvSpPr>
            <a:spLocks noGrp="1"/>
          </p:cNvSpPr>
          <p:nvPr>
            <p:ph type="sldNum" sz="quarter" idx="5"/>
          </p:nvPr>
        </p:nvSpPr>
        <p:spPr/>
        <p:txBody>
          <a:bodyPr/>
          <a:lstStyle/>
          <a:p>
            <a:fld id="{22289C57-55D7-40A4-A101-E74FAC7A092B}" type="slidenum">
              <a:rPr lang="en-US" smtClean="0"/>
              <a:t>3</a:t>
            </a:fld>
            <a:endParaRPr lang="en-US"/>
          </a:p>
        </p:txBody>
      </p:sp>
    </p:spTree>
    <p:extLst>
      <p:ext uri="{BB962C8B-B14F-4D97-AF65-F5344CB8AC3E}">
        <p14:creationId xmlns:p14="http://schemas.microsoft.com/office/powerpoint/2010/main" val="16035407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dirty="0"/>
              <a:t>These are the two sites where the data was sourced for FMR (Fair Market Rent)  and then Census Median Income. </a:t>
            </a:r>
          </a:p>
        </p:txBody>
      </p:sp>
    </p:spTree>
    <p:extLst>
      <p:ext uri="{BB962C8B-B14F-4D97-AF65-F5344CB8AC3E}">
        <p14:creationId xmlns:p14="http://schemas.microsoft.com/office/powerpoint/2010/main" val="18529212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240 features and some of the counties do not publish their median household income and in those cases we had to create a secondary file to source data for specific counties and map them to FMR data sets using FIPS and County names.</a:t>
            </a:r>
          </a:p>
        </p:txBody>
      </p:sp>
      <p:sp>
        <p:nvSpPr>
          <p:cNvPr id="4" name="Slide Number Placeholder 3"/>
          <p:cNvSpPr>
            <a:spLocks noGrp="1"/>
          </p:cNvSpPr>
          <p:nvPr>
            <p:ph type="sldNum" sz="quarter" idx="5"/>
          </p:nvPr>
        </p:nvSpPr>
        <p:spPr/>
        <p:txBody>
          <a:bodyPr/>
          <a:lstStyle/>
          <a:p>
            <a:fld id="{22289C57-55D7-40A4-A101-E74FAC7A092B}" type="slidenum">
              <a:rPr lang="en-US" smtClean="0"/>
              <a:t>5</a:t>
            </a:fld>
            <a:endParaRPr lang="en-US"/>
          </a:p>
        </p:txBody>
      </p:sp>
    </p:spTree>
    <p:extLst>
      <p:ext uri="{BB962C8B-B14F-4D97-AF65-F5344CB8AC3E}">
        <p14:creationId xmlns:p14="http://schemas.microsoft.com/office/powerpoint/2010/main" val="26554645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A8BFBA-D3F6-D7C4-7742-27A29F318E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59FF3B-C059-5FEE-D6B6-D3B37848D70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B02E0588-81C9-B16F-6F68-8EA7756BE744}"/>
              </a:ext>
            </a:extLst>
          </p:cNvPr>
          <p:cNvSpPr>
            <a:spLocks noGrp="1"/>
          </p:cNvSpPr>
          <p:nvPr>
            <p:ph type="body" idx="1"/>
          </p:nvPr>
        </p:nvSpPr>
        <p:spPr/>
        <p:txBody>
          <a:bodyPr/>
          <a:lstStyle/>
          <a:p>
            <a:pPr marL="158750" indent="0">
              <a:buNone/>
            </a:pPr>
            <a:r>
              <a:rPr lang="en-US" dirty="0"/>
              <a:t>This is how the data looks like as said I will demo soon there are nearly 240 features that were to be analyzed and selected </a:t>
            </a:r>
            <a:r>
              <a:rPr lang="en-US" dirty="0">
                <a:solidFill>
                  <a:srgbClr val="00B050"/>
                </a:solidFill>
              </a:rPr>
              <a:t>S1903_C03_S015E ‘Median Income (dollars) Families dataset.</a:t>
            </a:r>
            <a:endParaRPr lang="en-US" dirty="0"/>
          </a:p>
        </p:txBody>
      </p:sp>
    </p:spTree>
    <p:extLst>
      <p:ext uri="{BB962C8B-B14F-4D97-AF65-F5344CB8AC3E}">
        <p14:creationId xmlns:p14="http://schemas.microsoft.com/office/powerpoint/2010/main" val="15847267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FMR county names are used to connect the datasets and Rent to Income Ratio is a calculated field. A pivot table is created to allow the tool tip functionality to show up rents in the visualization tool. </a:t>
            </a:r>
          </a:p>
        </p:txBody>
      </p:sp>
      <p:sp>
        <p:nvSpPr>
          <p:cNvPr id="4" name="Slide Number Placeholder 3"/>
          <p:cNvSpPr>
            <a:spLocks noGrp="1"/>
          </p:cNvSpPr>
          <p:nvPr>
            <p:ph type="sldNum" sz="quarter" idx="5"/>
          </p:nvPr>
        </p:nvSpPr>
        <p:spPr/>
        <p:txBody>
          <a:bodyPr/>
          <a:lstStyle/>
          <a:p>
            <a:fld id="{22289C57-55D7-40A4-A101-E74FAC7A092B}" type="slidenum">
              <a:rPr lang="en-US" smtClean="0"/>
              <a:t>7</a:t>
            </a:fld>
            <a:endParaRPr lang="en-US"/>
          </a:p>
        </p:txBody>
      </p:sp>
    </p:spTree>
    <p:extLst>
      <p:ext uri="{BB962C8B-B14F-4D97-AF65-F5344CB8AC3E}">
        <p14:creationId xmlns:p14="http://schemas.microsoft.com/office/powerpoint/2010/main" val="16733380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158750" indent="0">
              <a:buNone/>
            </a:pPr>
            <a:r>
              <a:rPr lang="en-US" dirty="0"/>
              <a:t>The HUD Fair market Rent contains data for studio all the way to 4 bedrooms.</a:t>
            </a:r>
          </a:p>
        </p:txBody>
      </p:sp>
    </p:spTree>
    <p:extLst>
      <p:ext uri="{BB962C8B-B14F-4D97-AF65-F5344CB8AC3E}">
        <p14:creationId xmlns:p14="http://schemas.microsoft.com/office/powerpoint/2010/main" val="30003806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three files that are needed by Python program to process datasets for visualization tool.  For Median Housing Income had to use two files one primary and one secondary for missing MHI values for specific counties and FMR data sets are from HUD dataset.  I will go over Python next in detail and show you how the three output files that become input for visualization tools are generated. </a:t>
            </a:r>
          </a:p>
        </p:txBody>
      </p:sp>
      <p:sp>
        <p:nvSpPr>
          <p:cNvPr id="4" name="Slide Number Placeholder 3"/>
          <p:cNvSpPr>
            <a:spLocks noGrp="1"/>
          </p:cNvSpPr>
          <p:nvPr>
            <p:ph type="sldNum" sz="quarter" idx="5"/>
          </p:nvPr>
        </p:nvSpPr>
        <p:spPr/>
        <p:txBody>
          <a:bodyPr/>
          <a:lstStyle/>
          <a:p>
            <a:fld id="{22289C57-55D7-40A4-A101-E74FAC7A092B}" type="slidenum">
              <a:rPr lang="en-US" smtClean="0"/>
              <a:t>9</a:t>
            </a:fld>
            <a:endParaRPr lang="en-US"/>
          </a:p>
        </p:txBody>
      </p:sp>
    </p:spTree>
    <p:extLst>
      <p:ext uri="{BB962C8B-B14F-4D97-AF65-F5344CB8AC3E}">
        <p14:creationId xmlns:p14="http://schemas.microsoft.com/office/powerpoint/2010/main" val="14180798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15</a:t>
            </a:fld>
            <a:endParaRPr lang="en-US"/>
          </a:p>
        </p:txBody>
      </p:sp>
    </p:spTree>
    <p:extLst>
      <p:ext uri="{BB962C8B-B14F-4D97-AF65-F5344CB8AC3E}">
        <p14:creationId xmlns:p14="http://schemas.microsoft.com/office/powerpoint/2010/main" val="34024571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21</a:t>
            </a:fld>
            <a:endParaRPr lang="en-US"/>
          </a:p>
        </p:txBody>
      </p:sp>
    </p:spTree>
    <p:extLst>
      <p:ext uri="{BB962C8B-B14F-4D97-AF65-F5344CB8AC3E}">
        <p14:creationId xmlns:p14="http://schemas.microsoft.com/office/powerpoint/2010/main" val="25208174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Cons – Tableau has a weak integrated data prep layer when compared to Power BI.</a:t>
            </a:r>
            <a:endParaRPr lang="en-US" dirty="0"/>
          </a:p>
          <a:p>
            <a:r>
              <a:rPr lang="en-US" dirty="0" err="1">
                <a:ea typeface="Calibri"/>
                <a:cs typeface="Calibri"/>
              </a:rPr>
              <a:t>PowerBI</a:t>
            </a:r>
            <a:r>
              <a:rPr lang="en-US" dirty="0">
                <a:ea typeface="Calibri"/>
                <a:cs typeface="Calibri"/>
              </a:rPr>
              <a:t> uses </a:t>
            </a:r>
            <a:r>
              <a:rPr lang="en-US" dirty="0" err="1">
                <a:ea typeface="Calibri"/>
                <a:cs typeface="Calibri"/>
              </a:rPr>
              <a:t>PowerQuery</a:t>
            </a:r>
            <a:r>
              <a:rPr lang="en-US" dirty="0">
                <a:ea typeface="Calibri"/>
                <a:cs typeface="Calibri"/>
              </a:rPr>
              <a:t> while in Tableau ETL or SQL work had to be created in the tool.</a:t>
            </a:r>
          </a:p>
          <a:p>
            <a:endParaRPr lang="en-US" dirty="0">
              <a:ea typeface="Calibri"/>
              <a:cs typeface="Calibri"/>
            </a:endParaRPr>
          </a:p>
          <a:p>
            <a:r>
              <a:rPr lang="en-US" dirty="0">
                <a:ea typeface="Calibri"/>
                <a:cs typeface="Calibri"/>
              </a:rPr>
              <a:t>Tableau has its own proprietary calculation language called Level of Detail (LOD) expressions for any advanced logic. It is not intuitive like DAX and involves steep learning curve to master.</a:t>
            </a:r>
          </a:p>
          <a:p>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22289C57-55D7-40A4-A101-E74FAC7A092B}" type="slidenum">
              <a:rPr lang="en-US" smtClean="0"/>
              <a:t>22</a:t>
            </a:fld>
            <a:endParaRPr lang="en-US"/>
          </a:p>
        </p:txBody>
      </p:sp>
    </p:spTree>
    <p:extLst>
      <p:ext uri="{BB962C8B-B14F-4D97-AF65-F5344CB8AC3E}">
        <p14:creationId xmlns:p14="http://schemas.microsoft.com/office/powerpoint/2010/main" val="36363025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B8136-4330-4480-80D9-0F6FD970617C}"/>
              </a:ext>
            </a:extLst>
          </p:cNvPr>
          <p:cNvSpPr>
            <a:spLocks noGrp="1"/>
          </p:cNvSpPr>
          <p:nvPr>
            <p:ph type="ctrTitle"/>
          </p:nvPr>
        </p:nvSpPr>
        <p:spPr>
          <a:xfrm>
            <a:off x="576072" y="1124712"/>
            <a:ext cx="11036808" cy="3172968"/>
          </a:xfrm>
        </p:spPr>
        <p:txBody>
          <a:bodyPr anchor="b">
            <a:normAutofit/>
          </a:bodyPr>
          <a:lstStyle>
            <a:lvl1pPr algn="l">
              <a:defRPr sz="8000"/>
            </a:lvl1pPr>
          </a:lstStyle>
          <a:p>
            <a:r>
              <a:rPr lang="en-US"/>
              <a:t>Click to edit Master title style</a:t>
            </a:r>
          </a:p>
        </p:txBody>
      </p:sp>
      <p:sp>
        <p:nvSpPr>
          <p:cNvPr id="3" name="Subtitle 2">
            <a:extLst>
              <a:ext uri="{FF2B5EF4-FFF2-40B4-BE49-F238E27FC236}">
                <a16:creationId xmlns:a16="http://schemas.microsoft.com/office/drawing/2014/main" id="{566E5739-DD96-45FB-B609-3E3447A52FED}"/>
              </a:ext>
            </a:extLst>
          </p:cNvPr>
          <p:cNvSpPr>
            <a:spLocks noGrp="1"/>
          </p:cNvSpPr>
          <p:nvPr>
            <p:ph type="subTitle" idx="1"/>
          </p:nvPr>
        </p:nvSpPr>
        <p:spPr>
          <a:xfrm>
            <a:off x="576072" y="4727448"/>
            <a:ext cx="11036808" cy="1481328"/>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B9FF558-51F9-42A2-9944-DBE23DA8B224}"/>
              </a:ext>
            </a:extLst>
          </p:cNvPr>
          <p:cNvSpPr>
            <a:spLocks noGrp="1"/>
          </p:cNvSpPr>
          <p:nvPr>
            <p:ph type="dt" sz="half" idx="10"/>
          </p:nvPr>
        </p:nvSpPr>
        <p:spPr>
          <a:xfrm>
            <a:off x="576072" y="6356350"/>
            <a:ext cx="2743200" cy="365125"/>
          </a:xfrm>
        </p:spPr>
        <p:txBody>
          <a:bodyPr/>
          <a:lstStyle/>
          <a:p>
            <a:fld id="{965A7A7B-B71A-428D-833F-0F3507A6DB13}" type="datetimeFigureOut">
              <a:rPr lang="en-US" dirty="0"/>
              <a:t>11/24/2025</a:t>
            </a:fld>
            <a:endParaRPr lang="en-US"/>
          </a:p>
        </p:txBody>
      </p:sp>
      <p:sp>
        <p:nvSpPr>
          <p:cNvPr id="5" name="Footer Placeholder 4">
            <a:extLst>
              <a:ext uri="{FF2B5EF4-FFF2-40B4-BE49-F238E27FC236}">
                <a16:creationId xmlns:a16="http://schemas.microsoft.com/office/drawing/2014/main" id="{8B8C0E86-A7F7-4BDC-A637-254E5252DE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D10ADE-E9DA-4E57-BF57-1CCB65219839}"/>
              </a:ext>
            </a:extLst>
          </p:cNvPr>
          <p:cNvSpPr>
            <a:spLocks noGrp="1"/>
          </p:cNvSpPr>
          <p:nvPr>
            <p:ph type="sldNum" sz="quarter" idx="12"/>
          </p:nvPr>
        </p:nvSpPr>
        <p:spPr>
          <a:xfrm>
            <a:off x="8869680" y="6356350"/>
            <a:ext cx="2743200" cy="365125"/>
          </a:xfrm>
        </p:spPr>
        <p:txBody>
          <a:bodyPr/>
          <a:lstStyle/>
          <a:p>
            <a:fld id="{A65A5C87-DF58-40C8-B092-1DE63DB4547E}" type="slidenum">
              <a:rPr lang="en-US" dirty="0"/>
              <a:t>‹#›</a:t>
            </a:fld>
            <a:endParaRPr lang="en-US"/>
          </a:p>
        </p:txBody>
      </p:sp>
      <p:sp>
        <p:nvSpPr>
          <p:cNvPr id="8" name="Rectangle 7">
            <a:extLst>
              <a:ext uri="{FF2B5EF4-FFF2-40B4-BE49-F238E27FC236}">
                <a16:creationId xmlns:a16="http://schemas.microsoft.com/office/drawing/2014/main" id="{8D06CE56-3881-4ADA-8CEF-D18B02C242A3}"/>
              </a:ext>
            </a:extLst>
          </p:cNvPr>
          <p:cNvSpPr/>
          <p:nvPr/>
        </p:nvSpPr>
        <p:spPr>
          <a:xfrm rot="5400000">
            <a:off x="857544" y="346791"/>
            <a:ext cx="146304"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 name="Rectangle 9">
            <a:extLst>
              <a:ext uri="{FF2B5EF4-FFF2-40B4-BE49-F238E27FC236}">
                <a16:creationId xmlns:a16="http://schemas.microsoft.com/office/drawing/2014/main" id="{79F3C543-62EC-4433-9C93-A2CD8764E9B4}"/>
              </a:ext>
            </a:extLst>
          </p:cNvPr>
          <p:cNvSpPr/>
          <p:nvPr/>
        </p:nvSpPr>
        <p:spPr>
          <a:xfrm flipV="1">
            <a:off x="578652" y="4501201"/>
            <a:ext cx="11034696" cy="18288"/>
          </a:xfrm>
          <a:prstGeom prst="rect">
            <a:avLst/>
          </a:prstGeom>
          <a:solidFill>
            <a:schemeClr val="tx2">
              <a:lumMod val="25000"/>
              <a:lumOff val="7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8904013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D6FBB9D-1CAA-4D05-AB33-BABDFE17B843}"/>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0" name="Rectangle 9">
            <a:extLst>
              <a:ext uri="{FF2B5EF4-FFF2-40B4-BE49-F238E27FC236}">
                <a16:creationId xmlns:a16="http://schemas.microsoft.com/office/drawing/2014/main" id="{04727B71-B4B6-4823-80A1-68C40B475118}"/>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2" name="Rectangle 11">
            <a:extLst>
              <a:ext uri="{FF2B5EF4-FFF2-40B4-BE49-F238E27FC236}">
                <a16:creationId xmlns:a16="http://schemas.microsoft.com/office/drawing/2014/main" id="{79A6DB05-9FB5-4B07-8675-74C23D4FD89D}"/>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48D358CF-0758-490A-A084-C46443B9ABE8}"/>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1671183-B3CE-4F45-92FB-98290CA0E2CA}"/>
              </a:ext>
            </a:extLst>
          </p:cNvPr>
          <p:cNvSpPr>
            <a:spLocks noGrp="1"/>
          </p:cNvSpPr>
          <p:nvPr>
            <p:ph idx="1"/>
          </p:nvPr>
        </p:nvSpPr>
        <p:spPr>
          <a:xfrm>
            <a:off x="1115568" y="2478024"/>
            <a:ext cx="10168128"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7DED67-27EC-4D43-A21C-093C1DB04813}"/>
              </a:ext>
            </a:extLst>
          </p:cNvPr>
          <p:cNvSpPr>
            <a:spLocks noGrp="1"/>
          </p:cNvSpPr>
          <p:nvPr>
            <p:ph type="dt" sz="half" idx="10"/>
          </p:nvPr>
        </p:nvSpPr>
        <p:spPr>
          <a:xfrm>
            <a:off x="1115568" y="6356350"/>
            <a:ext cx="2743200" cy="365125"/>
          </a:xfrm>
        </p:spPr>
        <p:txBody>
          <a:bodyPr/>
          <a:lstStyle/>
          <a:p>
            <a:fld id="{5CF65307-640F-4AE7-B0BE-50C709AD86C5}" type="datetimeFigureOut">
              <a:rPr lang="en-US" dirty="0"/>
              <a:t>11/24/2025</a:t>
            </a:fld>
            <a:endParaRPr lang="en-US"/>
          </a:p>
        </p:txBody>
      </p:sp>
      <p:sp>
        <p:nvSpPr>
          <p:cNvPr id="5" name="Footer Placeholder 4">
            <a:extLst>
              <a:ext uri="{FF2B5EF4-FFF2-40B4-BE49-F238E27FC236}">
                <a16:creationId xmlns:a16="http://schemas.microsoft.com/office/drawing/2014/main" id="{36747CE3-4890-4BC1-94DB-5D49D02C993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3C5AD3-D79A-4D46-B25B-822FE0252511}"/>
              </a:ext>
            </a:extLst>
          </p:cNvPr>
          <p:cNvSpPr>
            <a:spLocks noGrp="1"/>
          </p:cNvSpPr>
          <p:nvPr>
            <p:ph type="sldNum" sz="quarter" idx="12"/>
          </p:nvPr>
        </p:nvSpPr>
        <p:spPr>
          <a:xfrm>
            <a:off x="8540496" y="6356350"/>
            <a:ext cx="2743200" cy="365125"/>
          </a:xfrm>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14497598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5AEDC5C-2E87-49C6-AB07-A95E5F39ED8E}"/>
              </a:ext>
            </a:extLst>
          </p:cNvPr>
          <p:cNvSpPr/>
          <p:nvPr/>
        </p:nvSpPr>
        <p:spPr>
          <a:xfrm>
            <a:off x="558210" y="4981421"/>
            <a:ext cx="11134956" cy="822960"/>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p:nvSpPr>
          <p:cNvPr id="10" name="Rectangle 9">
            <a:extLst>
              <a:ext uri="{FF2B5EF4-FFF2-40B4-BE49-F238E27FC236}">
                <a16:creationId xmlns:a16="http://schemas.microsoft.com/office/drawing/2014/main" id="{A57D88DE-E462-4C8A-BF99-609390DFB781}"/>
              </a:ext>
            </a:extLst>
          </p:cNvPr>
          <p:cNvSpPr/>
          <p:nvPr/>
        </p:nvSpPr>
        <p:spPr>
          <a:xfrm>
            <a:off x="498834" y="5118581"/>
            <a:ext cx="146304" cy="5486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B8E44900-E8BF-4B12-8BCB-41076E2B68C7}"/>
              </a:ext>
            </a:extLst>
          </p:cNvPr>
          <p:cNvSpPr>
            <a:spLocks noGrp="1"/>
          </p:cNvSpPr>
          <p:nvPr>
            <p:ph type="title"/>
          </p:nvPr>
        </p:nvSpPr>
        <p:spPr>
          <a:xfrm>
            <a:off x="557784" y="640080"/>
            <a:ext cx="10890504" cy="4114800"/>
          </a:xfrm>
        </p:spPr>
        <p:txBody>
          <a:bodyPr anchor="b">
            <a:normAutofit/>
          </a:bodyPr>
          <a:lstStyle>
            <a:lvl1pPr>
              <a:defRPr sz="6600"/>
            </a:lvl1pPr>
          </a:lstStyle>
          <a:p>
            <a:r>
              <a:rPr lang="en-US"/>
              <a:t>Click to edit Master title style</a:t>
            </a:r>
          </a:p>
        </p:txBody>
      </p:sp>
      <p:sp>
        <p:nvSpPr>
          <p:cNvPr id="3" name="Text Placeholder 2">
            <a:extLst>
              <a:ext uri="{FF2B5EF4-FFF2-40B4-BE49-F238E27FC236}">
                <a16:creationId xmlns:a16="http://schemas.microsoft.com/office/drawing/2014/main" id="{917741F9-B00F-4463-A257-6B66DABD9B4E}"/>
              </a:ext>
            </a:extLst>
          </p:cNvPr>
          <p:cNvSpPr>
            <a:spLocks noGrp="1"/>
          </p:cNvSpPr>
          <p:nvPr>
            <p:ph type="body" idx="1"/>
          </p:nvPr>
        </p:nvSpPr>
        <p:spPr>
          <a:xfrm>
            <a:off x="841248" y="5102352"/>
            <a:ext cx="10607040" cy="585216"/>
          </a:xfrm>
        </p:spPr>
        <p:txBody>
          <a:bodyPr anchor="ct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48BFA7D-4401-4285-802B-1579165F0D6D}"/>
              </a:ext>
            </a:extLst>
          </p:cNvPr>
          <p:cNvSpPr>
            <a:spLocks noGrp="1"/>
          </p:cNvSpPr>
          <p:nvPr>
            <p:ph type="dt" sz="half" idx="10"/>
          </p:nvPr>
        </p:nvSpPr>
        <p:spPr/>
        <p:txBody>
          <a:bodyPr/>
          <a:lstStyle/>
          <a:p>
            <a:fld id="{F77EA1F9-1F0F-4C65-8F6E-9729B924AAAC}" type="datetimeFigureOut">
              <a:rPr lang="en-US" dirty="0"/>
              <a:t>11/24/2025</a:t>
            </a:fld>
            <a:endParaRPr lang="en-US"/>
          </a:p>
        </p:txBody>
      </p:sp>
      <p:sp>
        <p:nvSpPr>
          <p:cNvPr id="5" name="Footer Placeholder 4">
            <a:extLst>
              <a:ext uri="{FF2B5EF4-FFF2-40B4-BE49-F238E27FC236}">
                <a16:creationId xmlns:a16="http://schemas.microsoft.com/office/drawing/2014/main" id="{49A909C5-AA19-4195-8376-9002D5DF46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AC3F32-46E0-47C8-8565-5969A475FDB0}"/>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35741945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76262E-36A0-40C6-ADE6-90CD9FB9B9EA}"/>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1" name="Rectangle 10">
            <a:extLst>
              <a:ext uri="{FF2B5EF4-FFF2-40B4-BE49-F238E27FC236}">
                <a16:creationId xmlns:a16="http://schemas.microsoft.com/office/drawing/2014/main" id="{42677A9B-4D1D-4D80-912C-24570140A650}"/>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03DC8C98-510F-48C9-82B2-9E4F760A68DF}"/>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17A078AE-0BC3-48F9-87EC-2DB0CCE7E2AE}"/>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292A20DF-0829-4336-B59F-FF9D7AA9D8B6}"/>
              </a:ext>
            </a:extLst>
          </p:cNvPr>
          <p:cNvSpPr>
            <a:spLocks noGrp="1"/>
          </p:cNvSpPr>
          <p:nvPr>
            <p:ph sz="half" idx="1"/>
          </p:nvPr>
        </p:nvSpPr>
        <p:spPr>
          <a:xfrm>
            <a:off x="1115568"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935D01C-CF67-4DF6-B96C-FFC9D5BF847B}"/>
              </a:ext>
            </a:extLst>
          </p:cNvPr>
          <p:cNvSpPr>
            <a:spLocks noGrp="1"/>
          </p:cNvSpPr>
          <p:nvPr>
            <p:ph sz="half" idx="2"/>
          </p:nvPr>
        </p:nvSpPr>
        <p:spPr>
          <a:xfrm>
            <a:off x="6345936" y="2478024"/>
            <a:ext cx="4937760" cy="36941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9BBD797-6031-4F82-8726-EAB757027FF5}"/>
              </a:ext>
            </a:extLst>
          </p:cNvPr>
          <p:cNvSpPr>
            <a:spLocks noGrp="1"/>
          </p:cNvSpPr>
          <p:nvPr>
            <p:ph type="dt" sz="half" idx="10"/>
          </p:nvPr>
        </p:nvSpPr>
        <p:spPr>
          <a:xfrm>
            <a:off x="1115568" y="6356350"/>
            <a:ext cx="2743200" cy="365125"/>
          </a:xfrm>
        </p:spPr>
        <p:txBody>
          <a:bodyPr/>
          <a:lstStyle/>
          <a:p>
            <a:fld id="{202278E8-5F4B-47D5-A617-8CCDF75D6A33}" type="datetimeFigureOut">
              <a:rPr lang="en-US" dirty="0"/>
              <a:t>11/24/2025</a:t>
            </a:fld>
            <a:endParaRPr lang="en-US"/>
          </a:p>
        </p:txBody>
      </p:sp>
      <p:sp>
        <p:nvSpPr>
          <p:cNvPr id="6" name="Footer Placeholder 5">
            <a:extLst>
              <a:ext uri="{FF2B5EF4-FFF2-40B4-BE49-F238E27FC236}">
                <a16:creationId xmlns:a16="http://schemas.microsoft.com/office/drawing/2014/main" id="{76B3F71C-B897-4909-A75E-8716AD49C1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78BC14-5BB1-405F-A6F3-C07230F085C8}"/>
              </a:ext>
            </a:extLst>
          </p:cNvPr>
          <p:cNvSpPr>
            <a:spLocks noGrp="1"/>
          </p:cNvSpPr>
          <p:nvPr>
            <p:ph type="sldNum" sz="quarter" idx="12"/>
          </p:nvPr>
        </p:nvSpPr>
        <p:spPr>
          <a:xfrm>
            <a:off x="8540496" y="6356350"/>
            <a:ext cx="2743200" cy="365125"/>
          </a:xfrm>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574573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B671BDE-E45C-41A1-9B98-4A607D703855}"/>
              </a:ext>
            </a:extLst>
          </p:cNvPr>
          <p:cNvSpPr/>
          <p:nvPr/>
        </p:nvSpPr>
        <p:spPr>
          <a:xfrm>
            <a:off x="558209" y="0"/>
            <a:ext cx="11167447" cy="2018806"/>
          </a:xfrm>
          <a:prstGeom prst="rect">
            <a:avLst/>
          </a:prstGeom>
          <a:ln w="9525">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3" name="Rectangle 12">
            <a:extLst>
              <a:ext uri="{FF2B5EF4-FFF2-40B4-BE49-F238E27FC236}">
                <a16:creationId xmlns:a16="http://schemas.microsoft.com/office/drawing/2014/main" id="{299500CE-917A-4D03-A7DF-71D8EBBC1537}"/>
              </a:ext>
            </a:extLst>
          </p:cNvPr>
          <p:cNvSpPr/>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5" name="Rectangle 14">
            <a:extLst>
              <a:ext uri="{FF2B5EF4-FFF2-40B4-BE49-F238E27FC236}">
                <a16:creationId xmlns:a16="http://schemas.microsoft.com/office/drawing/2014/main" id="{C3D0D377-28B0-417D-886B-9483AF064975}"/>
              </a:ext>
            </a:extLst>
          </p:cNvPr>
          <p:cNvSpPr/>
          <p:nvPr/>
        </p:nvSpPr>
        <p:spPr>
          <a:xfrm>
            <a:off x="498834" y="787352"/>
            <a:ext cx="128016" cy="70408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0F8F91F8-0767-40B5-A3AA-72931FC192EA}"/>
              </a:ext>
            </a:extLst>
          </p:cNvPr>
          <p:cNvSpPr>
            <a:spLocks noGrp="1"/>
          </p:cNvSpPr>
          <p:nvPr>
            <p:ph type="title"/>
          </p:nvPr>
        </p:nvSpPr>
        <p:spPr>
          <a:xfrm>
            <a:off x="1115568" y="548640"/>
            <a:ext cx="10168128" cy="1179576"/>
          </a:xfrm>
        </p:spPr>
        <p:txBody>
          <a:bodyPr>
            <a:normAutofit/>
          </a:bodyPr>
          <a:lstStyle>
            <a:lvl1pPr>
              <a:defRPr sz="4000"/>
            </a:lvl1pPr>
          </a:lstStyle>
          <a:p>
            <a:r>
              <a:rPr lang="en-US"/>
              <a:t>Click to edit Master title style</a:t>
            </a:r>
          </a:p>
        </p:txBody>
      </p:sp>
      <p:sp>
        <p:nvSpPr>
          <p:cNvPr id="3" name="Text Placeholder 2">
            <a:extLst>
              <a:ext uri="{FF2B5EF4-FFF2-40B4-BE49-F238E27FC236}">
                <a16:creationId xmlns:a16="http://schemas.microsoft.com/office/drawing/2014/main" id="{AAAE0554-8BEE-4BF6-9519-51B8475D35E1}"/>
              </a:ext>
            </a:extLst>
          </p:cNvPr>
          <p:cNvSpPr>
            <a:spLocks noGrp="1"/>
          </p:cNvSpPr>
          <p:nvPr>
            <p:ph type="body" idx="1"/>
          </p:nvPr>
        </p:nvSpPr>
        <p:spPr>
          <a:xfrm>
            <a:off x="1115568"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D4A358D-C930-48E0-B372-06A826B74C47}"/>
              </a:ext>
            </a:extLst>
          </p:cNvPr>
          <p:cNvSpPr>
            <a:spLocks noGrp="1"/>
          </p:cNvSpPr>
          <p:nvPr>
            <p:ph sz="half" idx="2"/>
          </p:nvPr>
        </p:nvSpPr>
        <p:spPr>
          <a:xfrm>
            <a:off x="1115568" y="3203688"/>
            <a:ext cx="4937760" cy="2968512"/>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3B6615E-4966-4150-83B6-C47591B36383}"/>
              </a:ext>
            </a:extLst>
          </p:cNvPr>
          <p:cNvSpPr>
            <a:spLocks noGrp="1"/>
          </p:cNvSpPr>
          <p:nvPr>
            <p:ph type="body" sz="quarter" idx="3"/>
          </p:nvPr>
        </p:nvSpPr>
        <p:spPr>
          <a:xfrm>
            <a:off x="6345936" y="2372650"/>
            <a:ext cx="4937760" cy="823912"/>
          </a:xfrm>
        </p:spPr>
        <p:txBody>
          <a:bodyPr anchor="b"/>
          <a:lstStyle>
            <a:lvl1pPr marL="0" indent="0">
              <a:buNone/>
              <a:defRPr sz="24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D409F6B-C17B-4B4F-9F35-5068BDC4E2FD}"/>
              </a:ext>
            </a:extLst>
          </p:cNvPr>
          <p:cNvSpPr>
            <a:spLocks noGrp="1"/>
          </p:cNvSpPr>
          <p:nvPr>
            <p:ph sz="quarter" idx="4"/>
          </p:nvPr>
        </p:nvSpPr>
        <p:spPr>
          <a:xfrm>
            <a:off x="6345936" y="3203687"/>
            <a:ext cx="4937760" cy="2968511"/>
          </a:xfrm>
        </p:spPr>
        <p:txBody>
          <a:bodyPr/>
          <a:lstStyle>
            <a:lvl1pPr>
              <a:defRPr sz="2400"/>
            </a:lvl1pPr>
            <a:lvl2pPr>
              <a:defRPr sz="2000"/>
            </a:lvl2pPr>
            <a:lvl3pPr>
              <a:defRPr sz="1800"/>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8BC356D-052B-4A9B-8B2F-6665FD325AB3}"/>
              </a:ext>
            </a:extLst>
          </p:cNvPr>
          <p:cNvSpPr>
            <a:spLocks noGrp="1"/>
          </p:cNvSpPr>
          <p:nvPr>
            <p:ph type="dt" sz="half" idx="10"/>
          </p:nvPr>
        </p:nvSpPr>
        <p:spPr>
          <a:xfrm>
            <a:off x="1115568" y="6356350"/>
            <a:ext cx="2743200" cy="365125"/>
          </a:xfrm>
        </p:spPr>
        <p:txBody>
          <a:bodyPr/>
          <a:lstStyle/>
          <a:p>
            <a:fld id="{16AAFA52-7A21-407F-8339-40DF182D7460}" type="datetimeFigureOut">
              <a:rPr lang="en-US" dirty="0"/>
              <a:t>11/24/2025</a:t>
            </a:fld>
            <a:endParaRPr lang="en-US"/>
          </a:p>
        </p:txBody>
      </p:sp>
      <p:sp>
        <p:nvSpPr>
          <p:cNvPr id="8" name="Footer Placeholder 7">
            <a:extLst>
              <a:ext uri="{FF2B5EF4-FFF2-40B4-BE49-F238E27FC236}">
                <a16:creationId xmlns:a16="http://schemas.microsoft.com/office/drawing/2014/main" id="{69C5E5FA-26A9-467C-93E3-8476142D1D4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79E50C-1E40-4B48-871B-E392428D20A3}"/>
              </a:ext>
            </a:extLst>
          </p:cNvPr>
          <p:cNvSpPr>
            <a:spLocks noGrp="1"/>
          </p:cNvSpPr>
          <p:nvPr>
            <p:ph type="sldNum" sz="quarter" idx="12"/>
          </p:nvPr>
        </p:nvSpPr>
        <p:spPr>
          <a:xfrm>
            <a:off x="8540496" y="6356350"/>
            <a:ext cx="2743200" cy="365125"/>
          </a:xfrm>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37177425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8C0689C4-0DB3-408B-A956-40326B4AE4C4}"/>
              </a:ext>
            </a:extLst>
          </p:cNvPr>
          <p:cNvSpPr/>
          <p:nvPr/>
        </p:nvSpPr>
        <p:spPr>
          <a:xfrm>
            <a:off x="665853" y="1533525"/>
            <a:ext cx="10917063" cy="3790950"/>
          </a:xfrm>
          <a:prstGeom prst="rect">
            <a:avLst/>
          </a:prstGeom>
          <a:ln w="12700">
            <a:solidFill>
              <a:schemeClr val="tx2">
                <a:lumMod val="10000"/>
                <a:lumOff val="90000"/>
              </a:schemeClr>
            </a:solidFill>
          </a:ln>
          <a:effectLst>
            <a:outerShdw blurRad="50800" dist="38100" dir="2700000" algn="tl" rotWithShape="0">
              <a:schemeClr val="bg2">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a:extLst>
              <a:ext uri="{FF2B5EF4-FFF2-40B4-BE49-F238E27FC236}">
                <a16:creationId xmlns:a16="http://schemas.microsoft.com/office/drawing/2014/main" id="{56E1D10E-1C30-41BF-8C3B-C460C9B5597B}"/>
              </a:ext>
            </a:extLst>
          </p:cNvPr>
          <p:cNvSpPr/>
          <p:nvPr/>
        </p:nvSpPr>
        <p:spPr>
          <a:xfrm>
            <a:off x="609084" y="2971798"/>
            <a:ext cx="128016" cy="914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779454F2-0EE5-4888-AF4C-82F825E6226E}"/>
              </a:ext>
            </a:extLst>
          </p:cNvPr>
          <p:cNvSpPr>
            <a:spLocks noGrp="1"/>
          </p:cNvSpPr>
          <p:nvPr>
            <p:ph type="title"/>
          </p:nvPr>
        </p:nvSpPr>
        <p:spPr>
          <a:xfrm>
            <a:off x="1078992" y="1938528"/>
            <a:ext cx="10177272" cy="2990088"/>
          </a:xfrm>
        </p:spPr>
        <p:txBody>
          <a:bodyPr>
            <a:normAutofit/>
          </a:bodyPr>
          <a:lstStyle>
            <a:lvl1pPr>
              <a:defRPr sz="5400"/>
            </a:lvl1pPr>
          </a:lstStyle>
          <a:p>
            <a:r>
              <a:rPr lang="en-US"/>
              <a:t>Click to edit Master title style</a:t>
            </a:r>
          </a:p>
        </p:txBody>
      </p:sp>
      <p:sp>
        <p:nvSpPr>
          <p:cNvPr id="3" name="Date Placeholder 2">
            <a:extLst>
              <a:ext uri="{FF2B5EF4-FFF2-40B4-BE49-F238E27FC236}">
                <a16:creationId xmlns:a16="http://schemas.microsoft.com/office/drawing/2014/main" id="{67C91241-A315-4643-91E5-CF2C25CC903A}"/>
              </a:ext>
            </a:extLst>
          </p:cNvPr>
          <p:cNvSpPr>
            <a:spLocks noGrp="1"/>
          </p:cNvSpPr>
          <p:nvPr>
            <p:ph type="dt" sz="half" idx="10"/>
          </p:nvPr>
        </p:nvSpPr>
        <p:spPr/>
        <p:txBody>
          <a:bodyPr/>
          <a:lstStyle/>
          <a:p>
            <a:fld id="{96770335-1C1A-4243-9BDD-9630C417D284}" type="datetimeFigureOut">
              <a:rPr lang="en-US" dirty="0"/>
              <a:t>11/24/2025</a:t>
            </a:fld>
            <a:endParaRPr lang="en-US"/>
          </a:p>
        </p:txBody>
      </p:sp>
      <p:sp>
        <p:nvSpPr>
          <p:cNvPr id="4" name="Footer Placeholder 3">
            <a:extLst>
              <a:ext uri="{FF2B5EF4-FFF2-40B4-BE49-F238E27FC236}">
                <a16:creationId xmlns:a16="http://schemas.microsoft.com/office/drawing/2014/main" id="{22706D86-5479-487D-94C8-76093D84F37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7739411-CED6-43D4-868D-A65C4161A72B}"/>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7099464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C447E0-1D4D-4EF2-B81B-4B2400EE3EDB}"/>
              </a:ext>
            </a:extLst>
          </p:cNvPr>
          <p:cNvSpPr>
            <a:spLocks noGrp="1"/>
          </p:cNvSpPr>
          <p:nvPr>
            <p:ph type="dt" sz="half" idx="10"/>
          </p:nvPr>
        </p:nvSpPr>
        <p:spPr/>
        <p:txBody>
          <a:bodyPr/>
          <a:lstStyle/>
          <a:p>
            <a:fld id="{0141513F-8EBD-4612-96F4-CC3E309609AF}" type="datetimeFigureOut">
              <a:rPr lang="en-US" dirty="0"/>
              <a:t>11/24/2025</a:t>
            </a:fld>
            <a:endParaRPr lang="en-US"/>
          </a:p>
        </p:txBody>
      </p:sp>
      <p:sp>
        <p:nvSpPr>
          <p:cNvPr id="3" name="Footer Placeholder 2">
            <a:extLst>
              <a:ext uri="{FF2B5EF4-FFF2-40B4-BE49-F238E27FC236}">
                <a16:creationId xmlns:a16="http://schemas.microsoft.com/office/drawing/2014/main" id="{C9984CA0-2A78-4600-9F3D-19B09E790FE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8440955-B18E-49D3-AE7B-B331200E34C5}"/>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29705796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FA417FE-CD1A-486F-A4AC-E4000A2FB18E}"/>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p:nvSpPr>
          <p:cNvPr id="11" name="Rectangle 10">
            <a:extLst>
              <a:ext uri="{FF2B5EF4-FFF2-40B4-BE49-F238E27FC236}">
                <a16:creationId xmlns:a16="http://schemas.microsoft.com/office/drawing/2014/main" id="{1318F0F5-812B-472C-9408-B80F2553F5E0}"/>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47F7751B-CD8F-4F5B-A903-1DCE5D1E8306}"/>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Content Placeholder 2">
            <a:extLst>
              <a:ext uri="{FF2B5EF4-FFF2-40B4-BE49-F238E27FC236}">
                <a16:creationId xmlns:a16="http://schemas.microsoft.com/office/drawing/2014/main" id="{EFA55C8A-A0BB-441D-976F-EB56D4382DB6}"/>
              </a:ext>
            </a:extLst>
          </p:cNvPr>
          <p:cNvSpPr>
            <a:spLocks noGrp="1"/>
          </p:cNvSpPr>
          <p:nvPr>
            <p:ph idx="1"/>
          </p:nvPr>
        </p:nvSpPr>
        <p:spPr>
          <a:xfrm>
            <a:off x="4965192" y="1709928"/>
            <a:ext cx="6729984" cy="4096512"/>
          </a:xfrm>
        </p:spPr>
        <p:txBody>
          <a:bodyPr/>
          <a:lstStyle>
            <a:lvl1pPr>
              <a:defRPr sz="2800"/>
            </a:lvl1pPr>
            <a:lvl2pPr>
              <a:defRPr sz="24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7DE6A51-A2E5-4BFA-B571-9FDFE1BBFB44}"/>
              </a:ext>
            </a:extLst>
          </p:cNvPr>
          <p:cNvSpPr>
            <a:spLocks noGrp="1"/>
          </p:cNvSpPr>
          <p:nvPr>
            <p:ph type="body" sz="half" idx="2"/>
          </p:nvPr>
        </p:nvSpPr>
        <p:spPr>
          <a:xfrm>
            <a:off x="868680" y="3429000"/>
            <a:ext cx="3099816" cy="2066544"/>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92778A-DD4C-4651-9C53-8B0C44CD8805}"/>
              </a:ext>
            </a:extLst>
          </p:cNvPr>
          <p:cNvSpPr>
            <a:spLocks noGrp="1"/>
          </p:cNvSpPr>
          <p:nvPr>
            <p:ph type="dt" sz="half" idx="10"/>
          </p:nvPr>
        </p:nvSpPr>
        <p:spPr>
          <a:xfrm>
            <a:off x="868680" y="6356350"/>
            <a:ext cx="2743200" cy="365125"/>
          </a:xfrm>
        </p:spPr>
        <p:txBody>
          <a:bodyPr/>
          <a:lstStyle/>
          <a:p>
            <a:fld id="{6E6483A1-31A8-47A2-AB0A-53A7803D5EBF}" type="datetimeFigureOut">
              <a:rPr lang="en-US" dirty="0"/>
              <a:t>11/24/2025</a:t>
            </a:fld>
            <a:endParaRPr lang="en-US"/>
          </a:p>
        </p:txBody>
      </p:sp>
      <p:sp>
        <p:nvSpPr>
          <p:cNvPr id="6" name="Footer Placeholder 5">
            <a:extLst>
              <a:ext uri="{FF2B5EF4-FFF2-40B4-BE49-F238E27FC236}">
                <a16:creationId xmlns:a16="http://schemas.microsoft.com/office/drawing/2014/main" id="{9D6C7F66-2DFA-4146-BE1A-CE2890FE45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85D185-B1B6-4D62-81BE-BE82C80ACA6C}"/>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30104911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68B77B5-211C-456E-B79F-306CC3619347}"/>
              </a:ext>
            </a:extLst>
          </p:cNvPr>
          <p:cNvSpPr/>
          <p:nvPr/>
        </p:nvSpPr>
        <p:spPr>
          <a:xfrm>
            <a:off x="558210" y="1162033"/>
            <a:ext cx="3740740" cy="4643344"/>
          </a:xfrm>
          <a:prstGeom prst="rect">
            <a:avLst/>
          </a:prstGeom>
          <a:ln w="12700">
            <a:solidFill>
              <a:schemeClr val="tx2">
                <a:lumMod val="10000"/>
                <a:lumOff val="90000"/>
              </a:schemeClr>
            </a:solidFill>
          </a:ln>
          <a:effectLst>
            <a:outerShdw blurRad="50800" dist="38100" dir="2700000" algn="t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sp>
      <p:sp>
        <p:nvSpPr>
          <p:cNvPr id="11" name="Rectangle 10">
            <a:extLst>
              <a:ext uri="{FF2B5EF4-FFF2-40B4-BE49-F238E27FC236}">
                <a16:creationId xmlns:a16="http://schemas.microsoft.com/office/drawing/2014/main" id="{3B63C338-194D-4F23-ABEC-60A7EA96F302}"/>
              </a:ext>
            </a:extLst>
          </p:cNvPr>
          <p:cNvSpPr/>
          <p:nvPr/>
        </p:nvSpPr>
        <p:spPr>
          <a:xfrm>
            <a:off x="498834" y="1618375"/>
            <a:ext cx="146304" cy="822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A0C04DCC-0E3E-4F05-9FAC-9FA6CA4B2BAE}"/>
              </a:ext>
            </a:extLst>
          </p:cNvPr>
          <p:cNvSpPr>
            <a:spLocks noGrp="1"/>
          </p:cNvSpPr>
          <p:nvPr>
            <p:ph type="title"/>
          </p:nvPr>
        </p:nvSpPr>
        <p:spPr>
          <a:xfrm>
            <a:off x="868680" y="1709928"/>
            <a:ext cx="3099816" cy="1709928"/>
          </a:xfrm>
        </p:spPr>
        <p:txBody>
          <a:bodyPr tIns="45720" anchor="t">
            <a:normAutofit/>
          </a:bodyPr>
          <a:lstStyle>
            <a:lvl1pPr>
              <a:lnSpc>
                <a:spcPct val="100000"/>
              </a:lnSpc>
              <a:defRPr sz="3400"/>
            </a:lvl1pPr>
          </a:lstStyle>
          <a:p>
            <a:r>
              <a:rPr lang="en-US"/>
              <a:t>Click to edit Master title style</a:t>
            </a:r>
          </a:p>
        </p:txBody>
      </p:sp>
      <p:sp>
        <p:nvSpPr>
          <p:cNvPr id="3" name="Picture Placeholder 2">
            <a:extLst>
              <a:ext uri="{FF2B5EF4-FFF2-40B4-BE49-F238E27FC236}">
                <a16:creationId xmlns:a16="http://schemas.microsoft.com/office/drawing/2014/main" id="{EBA29649-B19F-499E-8E9A-3577EAC8F031}"/>
              </a:ext>
            </a:extLst>
          </p:cNvPr>
          <p:cNvSpPr>
            <a:spLocks noGrp="1" noChangeAspect="1"/>
          </p:cNvSpPr>
          <p:nvPr>
            <p:ph type="pic" idx="1"/>
          </p:nvPr>
        </p:nvSpPr>
        <p:spPr>
          <a:xfrm>
            <a:off x="4965192" y="1161288"/>
            <a:ext cx="6729984" cy="4645152"/>
          </a:xfrm>
        </p:spPr>
        <p:txBody>
          <a:bodyPr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BC9EF2E-A8CD-41A1-B11A-0D8842797A98}"/>
              </a:ext>
            </a:extLst>
          </p:cNvPr>
          <p:cNvSpPr>
            <a:spLocks noGrp="1"/>
          </p:cNvSpPr>
          <p:nvPr>
            <p:ph type="body" sz="half" idx="2"/>
          </p:nvPr>
        </p:nvSpPr>
        <p:spPr>
          <a:xfrm>
            <a:off x="868680" y="3438144"/>
            <a:ext cx="3099816" cy="2057400"/>
          </a:xfrm>
        </p:spPr>
        <p:txBody>
          <a:bodyP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4257B5-0DE0-401F-9171-E8687A97DBA7}"/>
              </a:ext>
            </a:extLst>
          </p:cNvPr>
          <p:cNvSpPr>
            <a:spLocks noGrp="1"/>
          </p:cNvSpPr>
          <p:nvPr>
            <p:ph type="dt" sz="half" idx="10"/>
          </p:nvPr>
        </p:nvSpPr>
        <p:spPr>
          <a:xfrm>
            <a:off x="868680" y="6356350"/>
            <a:ext cx="2743200" cy="365125"/>
          </a:xfrm>
        </p:spPr>
        <p:txBody>
          <a:bodyPr/>
          <a:lstStyle/>
          <a:p>
            <a:fld id="{6D8810B9-2C7C-4CAF-99E2-617AE20BA331}" type="datetimeFigureOut">
              <a:rPr lang="en-US" dirty="0"/>
              <a:t>11/24/2025</a:t>
            </a:fld>
            <a:endParaRPr lang="en-US"/>
          </a:p>
        </p:txBody>
      </p:sp>
      <p:sp>
        <p:nvSpPr>
          <p:cNvPr id="6" name="Footer Placeholder 5">
            <a:extLst>
              <a:ext uri="{FF2B5EF4-FFF2-40B4-BE49-F238E27FC236}">
                <a16:creationId xmlns:a16="http://schemas.microsoft.com/office/drawing/2014/main" id="{788CD9AD-D667-4FD4-AA34-428AA0BCD0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770FB6-F273-4BA6-8B97-9835AC537871}"/>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32171005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32C18-E430-4EC7-BD7C-99D86D01223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FC5012F-7119-4D94-9717-3862E1C938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ED9A4A-D287-4207-9037-70DB007A1707}"/>
              </a:ext>
            </a:extLst>
          </p:cNvPr>
          <p:cNvSpPr>
            <a:spLocks noGrp="1"/>
          </p:cNvSpPr>
          <p:nvPr>
            <p:ph type="dt" sz="half" idx="10"/>
          </p:nvPr>
        </p:nvSpPr>
        <p:spPr/>
        <p:txBody>
          <a:bodyPr/>
          <a:lstStyle/>
          <a:p>
            <a:fld id="{F248F9EB-9D34-4B41-B66C-5FAF50876D2D}" type="datetimeFigureOut">
              <a:rPr lang="en-US" dirty="0"/>
              <a:t>11/24/2025</a:t>
            </a:fld>
            <a:endParaRPr lang="en-US"/>
          </a:p>
        </p:txBody>
      </p:sp>
      <p:sp>
        <p:nvSpPr>
          <p:cNvPr id="5" name="Footer Placeholder 4">
            <a:extLst>
              <a:ext uri="{FF2B5EF4-FFF2-40B4-BE49-F238E27FC236}">
                <a16:creationId xmlns:a16="http://schemas.microsoft.com/office/drawing/2014/main" id="{61ECFCAC-80DB-43BB-B3F1-AC22BACEE3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679730-3487-4D94-A0DC-C21684963AB3}"/>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36776310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43C89D-929E-4CD1-BCCC-72A14C0335D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ED450EA-A577-4B76-A12F-650BEB20FD8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D2603B-9ACE-4FA9-805B-9B91EB63DF7D}"/>
              </a:ext>
            </a:extLst>
          </p:cNvPr>
          <p:cNvSpPr>
            <a:spLocks noGrp="1"/>
          </p:cNvSpPr>
          <p:nvPr>
            <p:ph type="dt" sz="half" idx="10"/>
          </p:nvPr>
        </p:nvSpPr>
        <p:spPr/>
        <p:txBody>
          <a:bodyPr/>
          <a:lstStyle/>
          <a:p>
            <a:fld id="{34489A26-CAA1-4690-8C1F-1641B1B97745}" type="datetimeFigureOut">
              <a:rPr lang="en-US" dirty="0"/>
              <a:t>11/24/2025</a:t>
            </a:fld>
            <a:endParaRPr lang="en-US"/>
          </a:p>
        </p:txBody>
      </p:sp>
      <p:sp>
        <p:nvSpPr>
          <p:cNvPr id="5" name="Footer Placeholder 4">
            <a:extLst>
              <a:ext uri="{FF2B5EF4-FFF2-40B4-BE49-F238E27FC236}">
                <a16:creationId xmlns:a16="http://schemas.microsoft.com/office/drawing/2014/main" id="{7ECE18AC-D6A9-4A61-885D-68E2B684A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197AE4-AA47-4E14-8FFE-171FAE47F49E}"/>
              </a:ext>
            </a:extLst>
          </p:cNvPr>
          <p:cNvSpPr>
            <a:spLocks noGrp="1"/>
          </p:cNvSpPr>
          <p:nvPr>
            <p:ph type="sldNum" sz="quarter" idx="12"/>
          </p:nvPr>
        </p:nvSpPr>
        <p:spPr/>
        <p:txBody>
          <a:bodyPr/>
          <a:lstStyle/>
          <a:p>
            <a:fld id="{A65A5C87-DF58-40C8-B092-1DE63DB4547E}" type="slidenum">
              <a:rPr lang="en-US" dirty="0"/>
              <a:t>‹#›</a:t>
            </a:fld>
            <a:endParaRPr lang="en-US"/>
          </a:p>
        </p:txBody>
      </p:sp>
    </p:spTree>
    <p:extLst>
      <p:ext uri="{BB962C8B-B14F-4D97-AF65-F5344CB8AC3E}">
        <p14:creationId xmlns:p14="http://schemas.microsoft.com/office/powerpoint/2010/main" val="34630839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Break 1">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487018"/>
            <a:ext cx="4179570" cy="3377354"/>
          </a:xfrm>
        </p:spPr>
        <p:txBody>
          <a:bodyPr anchor="b">
            <a:noAutofit/>
          </a:bodyPr>
          <a:lstStyle>
            <a:lvl1pPr algn="l">
              <a:defRPr sz="3600" spc="150" baseline="0">
                <a:solidFill>
                  <a:schemeClr val="tx1"/>
                </a:solidFill>
              </a:defRPr>
            </a:lvl1pPr>
          </a:lstStyle>
          <a:p>
            <a:r>
              <a:rPr lang="en-US"/>
              <a:t>CLICK TO add title</a:t>
            </a:r>
          </a:p>
        </p:txBody>
      </p:sp>
      <p:grpSp>
        <p:nvGrpSpPr>
          <p:cNvPr id="4" name="Group 3">
            <a:extLst>
              <a:ext uri="{FF2B5EF4-FFF2-40B4-BE49-F238E27FC236}">
                <a16:creationId xmlns:a16="http://schemas.microsoft.com/office/drawing/2014/main" id="{4A96E214-6A61-C8A7-B1DB-C8C260C13441}"/>
              </a:ext>
              <a:ext uri="{C183D7F6-B498-43B3-948B-1728B52AA6E4}">
                <adec:decorative xmlns:adec="http://schemas.microsoft.com/office/drawing/2017/decorative" val="1"/>
              </a:ext>
            </a:extLst>
          </p:cNvPr>
          <p:cNvGrpSpPr/>
          <p:nvPr userDrawn="1"/>
        </p:nvGrpSpPr>
        <p:grpSpPr>
          <a:xfrm>
            <a:off x="0" y="0"/>
            <a:ext cx="6557818" cy="6858000"/>
            <a:chOff x="0" y="0"/>
            <a:chExt cx="4762501" cy="5186363"/>
          </a:xfrm>
        </p:grpSpPr>
        <p:cxnSp>
          <p:nvCxnSpPr>
            <p:cNvPr id="5" name="Straight Connector 4">
              <a:extLst>
                <a:ext uri="{FF2B5EF4-FFF2-40B4-BE49-F238E27FC236}">
                  <a16:creationId xmlns:a16="http://schemas.microsoft.com/office/drawing/2014/main" id="{A18BC1BC-99D6-D9F4-19F9-AAE722E2AE61}"/>
                </a:ext>
              </a:extLst>
            </p:cNvPr>
            <p:cNvCxnSpPr>
              <a:cxnSpLocks/>
            </p:cNvCxnSpPr>
            <p:nvPr userDrawn="1"/>
          </p:nvCxnSpPr>
          <p:spPr>
            <a:xfrm flipH="1" flipV="1">
              <a:off x="0" y="876300"/>
              <a:ext cx="4762500" cy="16287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816F797-248B-2C75-29B9-DB65A809D47B}"/>
                </a:ext>
              </a:extLst>
            </p:cNvPr>
            <p:cNvCxnSpPr>
              <a:cxnSpLocks/>
            </p:cNvCxnSpPr>
            <p:nvPr userDrawn="1"/>
          </p:nvCxnSpPr>
          <p:spPr>
            <a:xfrm flipH="1" flipV="1">
              <a:off x="2638425" y="0"/>
              <a:ext cx="2124076" cy="51863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775120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1322318" y="268360"/>
            <a:ext cx="7288282" cy="2121177"/>
          </a:xfrm>
        </p:spPr>
        <p:txBody>
          <a:bodyPr anchor="b">
            <a:normAutofit/>
          </a:bodyPr>
          <a:lstStyle>
            <a:lvl1pPr>
              <a:defRPr lang="en-US" sz="2800" kern="1200" spc="150" baseline="0" dirty="0">
                <a:solidFill>
                  <a:schemeClr val="tx1"/>
                </a:solidFill>
                <a:latin typeface="+mj-lt"/>
                <a:ea typeface="+mj-ea"/>
                <a:cs typeface="+mj-cs"/>
              </a:defRPr>
            </a:lvl1pPr>
          </a:lstStyle>
          <a:p>
            <a:r>
              <a:rPr lang="en-US"/>
              <a:t>CLICK TO add title</a:t>
            </a:r>
          </a:p>
        </p:txBody>
      </p:sp>
      <p:sp>
        <p:nvSpPr>
          <p:cNvPr id="3" name="Content Placeholder 3">
            <a:extLst>
              <a:ext uri="{FF2B5EF4-FFF2-40B4-BE49-F238E27FC236}">
                <a16:creationId xmlns:a16="http://schemas.microsoft.com/office/drawing/2014/main" id="{EAC9D25F-5B3D-F5B2-5D02-C6BC6AA8987B}"/>
              </a:ext>
            </a:extLst>
          </p:cNvPr>
          <p:cNvSpPr>
            <a:spLocks noGrp="1"/>
          </p:cNvSpPr>
          <p:nvPr>
            <p:ph sz="half" idx="2" hasCustomPrompt="1"/>
          </p:nvPr>
        </p:nvSpPr>
        <p:spPr>
          <a:xfrm>
            <a:off x="1322388" y="2763078"/>
            <a:ext cx="7288212" cy="3407051"/>
          </a:xfrm>
        </p:spPr>
        <p:txBody>
          <a:bodyPr>
            <a:normAutofit/>
          </a:bodyPr>
          <a:lstStyle>
            <a:lvl1pPr marL="0" indent="0">
              <a:lnSpc>
                <a:spcPct val="100000"/>
              </a:lnSpc>
              <a:buFont typeface="Arial" panose="020B0604020202020204" pitchFamily="34" charset="0"/>
              <a:buNone/>
              <a:defRPr sz="1800" b="1"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grpSp>
        <p:nvGrpSpPr>
          <p:cNvPr id="9" name="Group 8">
            <a:extLst>
              <a:ext uri="{FF2B5EF4-FFF2-40B4-BE49-F238E27FC236}">
                <a16:creationId xmlns:a16="http://schemas.microsoft.com/office/drawing/2014/main" id="{18E16CF1-2502-F2F0-2C27-2DD7979033E2}"/>
              </a:ext>
              <a:ext uri="{C183D7F6-B498-43B3-948B-1728B52AA6E4}">
                <adec:decorative xmlns:adec="http://schemas.microsoft.com/office/drawing/2017/decorative" val="1"/>
              </a:ext>
            </a:extLst>
          </p:cNvPr>
          <p:cNvGrpSpPr/>
          <p:nvPr userDrawn="1"/>
        </p:nvGrpSpPr>
        <p:grpSpPr>
          <a:xfrm>
            <a:off x="9096374" y="-25401"/>
            <a:ext cx="3095625" cy="6883401"/>
            <a:chOff x="9096375" y="-25401"/>
            <a:chExt cx="3095625" cy="6883401"/>
          </a:xfrm>
        </p:grpSpPr>
        <p:cxnSp>
          <p:nvCxnSpPr>
            <p:cNvPr id="10" name="Straight Connector 9">
              <a:extLst>
                <a:ext uri="{FF2B5EF4-FFF2-40B4-BE49-F238E27FC236}">
                  <a16:creationId xmlns:a16="http://schemas.microsoft.com/office/drawing/2014/main" id="{6322A6FB-333C-65AE-23D8-08BCEA174D43}"/>
                </a:ext>
              </a:extLst>
            </p:cNvPr>
            <p:cNvCxnSpPr/>
            <p:nvPr userDrawn="1"/>
          </p:nvCxnSpPr>
          <p:spPr>
            <a:xfrm>
              <a:off x="9096375" y="1497012"/>
              <a:ext cx="30956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62BB247-4598-A983-DEBF-6F042C1DB0BC}"/>
                </a:ext>
              </a:extLst>
            </p:cNvPr>
            <p:cNvCxnSpPr>
              <a:cxnSpLocks/>
            </p:cNvCxnSpPr>
            <p:nvPr userDrawn="1"/>
          </p:nvCxnSpPr>
          <p:spPr>
            <a:xfrm flipH="1">
              <a:off x="9381744" y="-25401"/>
              <a:ext cx="2810256" cy="68834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 name="Straight Connector 11">
            <a:extLst>
              <a:ext uri="{FF2B5EF4-FFF2-40B4-BE49-F238E27FC236}">
                <a16:creationId xmlns:a16="http://schemas.microsoft.com/office/drawing/2014/main" id="{34E84FEE-D475-A71D-7996-5925602ECF9A}"/>
              </a:ext>
              <a:ext uri="{C183D7F6-B498-43B3-948B-1728B52AA6E4}">
                <adec:decorative xmlns:adec="http://schemas.microsoft.com/office/drawing/2017/decorative" val="1"/>
              </a:ext>
            </a:extLst>
          </p:cNvPr>
          <p:cNvCxnSpPr>
            <a:cxnSpLocks/>
          </p:cNvCxnSpPr>
          <p:nvPr userDrawn="1"/>
        </p:nvCxnSpPr>
        <p:spPr>
          <a:xfrm rot="10800000" flipH="1">
            <a:off x="-1" y="-25403"/>
            <a:ext cx="1210573" cy="20481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Footer Placeholder 4">
            <a:extLst>
              <a:ext uri="{FF2B5EF4-FFF2-40B4-BE49-F238E27FC236}">
                <a16:creationId xmlns:a16="http://schemas.microsoft.com/office/drawing/2014/main" id="{7459776D-4049-CB00-C321-0627C169BC51}"/>
              </a:ext>
            </a:extLst>
          </p:cNvPr>
          <p:cNvSpPr>
            <a:spLocks noGrp="1"/>
          </p:cNvSpPr>
          <p:nvPr>
            <p:ph type="ftr" sz="quarter" idx="11"/>
          </p:nvPr>
        </p:nvSpPr>
        <p:spPr>
          <a:xfrm>
            <a:off x="1333500" y="6356349"/>
            <a:ext cx="3819228" cy="365125"/>
          </a:xfrm>
        </p:spPr>
        <p:txBody>
          <a:bodyPr/>
          <a:lstStyle>
            <a:lvl1pPr algn="l">
              <a:defRPr sz="900"/>
            </a:lvl1pPr>
          </a:lstStyle>
          <a:p>
            <a:r>
              <a:rPr lang="en-US"/>
              <a:t>PRESENTATION TITLE</a:t>
            </a:r>
          </a:p>
        </p:txBody>
      </p:sp>
      <p:sp>
        <p:nvSpPr>
          <p:cNvPr id="16" name="Slide Number Placeholder 5">
            <a:extLst>
              <a:ext uri="{FF2B5EF4-FFF2-40B4-BE49-F238E27FC236}">
                <a16:creationId xmlns:a16="http://schemas.microsoft.com/office/drawing/2014/main" id="{EDE114AF-34C6-A062-7340-858BC27DA264}"/>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a:p>
        </p:txBody>
      </p:sp>
    </p:spTree>
    <p:extLst>
      <p:ext uri="{BB962C8B-B14F-4D97-AF65-F5344CB8AC3E}">
        <p14:creationId xmlns:p14="http://schemas.microsoft.com/office/powerpoint/2010/main" val="2306249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able 2">
    <p:bg>
      <p:bgRef idx="1001">
        <a:schemeClr val="bg1"/>
      </p:bgRef>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544E9C70-0200-3C21-7766-CB9EA5FBFA88}"/>
              </a:ext>
              <a:ext uri="{C183D7F6-B498-43B3-948B-1728B52AA6E4}">
                <adec:decorative xmlns:adec="http://schemas.microsoft.com/office/drawing/2017/decorative" val="1"/>
              </a:ext>
            </a:extLst>
          </p:cNvPr>
          <p:cNvGrpSpPr/>
          <p:nvPr userDrawn="1"/>
        </p:nvGrpSpPr>
        <p:grpSpPr>
          <a:xfrm>
            <a:off x="0" y="0"/>
            <a:ext cx="2590800" cy="1027906"/>
            <a:chOff x="0" y="0"/>
            <a:chExt cx="2590800" cy="1027906"/>
          </a:xfrm>
        </p:grpSpPr>
        <p:cxnSp>
          <p:nvCxnSpPr>
            <p:cNvPr id="11" name="Straight Connector 10">
              <a:extLst>
                <a:ext uri="{FF2B5EF4-FFF2-40B4-BE49-F238E27FC236}">
                  <a16:creationId xmlns:a16="http://schemas.microsoft.com/office/drawing/2014/main" id="{1D5E4B16-2071-DEE9-BE53-F35AFBEFCA57}"/>
                </a:ext>
              </a:extLst>
            </p:cNvPr>
            <p:cNvCxnSpPr>
              <a:cxnSpLocks/>
            </p:cNvCxnSpPr>
            <p:nvPr userDrawn="1"/>
          </p:nvCxnSpPr>
          <p:spPr>
            <a:xfrm flipV="1">
              <a:off x="0" y="0"/>
              <a:ext cx="259080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CB2B071-0355-D550-18A8-9D515CA16987}"/>
                </a:ext>
              </a:extLst>
            </p:cNvPr>
            <p:cNvCxnSpPr>
              <a:cxnSpLocks/>
            </p:cNvCxnSpPr>
            <p:nvPr userDrawn="1"/>
          </p:nvCxnSpPr>
          <p:spPr>
            <a:xfrm flipH="1">
              <a:off x="0" y="0"/>
              <a:ext cx="704850" cy="10279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a:xfrm>
            <a:off x="838200" y="353550"/>
            <a:ext cx="10515600" cy="1325563"/>
          </a:xfrm>
        </p:spPr>
        <p:txBody>
          <a:bodyPr anchor="b">
            <a:normAutofit/>
          </a:bodyPr>
          <a:lstStyle>
            <a:lvl1pPr algn="ctr">
              <a:defRPr lang="en-US" sz="2800" kern="1200" spc="150" baseline="0" dirty="0">
                <a:solidFill>
                  <a:schemeClr val="tx1"/>
                </a:solidFill>
                <a:latin typeface="+mj-lt"/>
                <a:ea typeface="+mj-ea"/>
                <a:cs typeface="+mj-cs"/>
              </a:defRPr>
            </a:lvl1pPr>
          </a:lstStyle>
          <a:p>
            <a:r>
              <a:rPr lang="en-US"/>
              <a:t>CLICK TO add title</a:t>
            </a:r>
          </a:p>
        </p:txBody>
      </p:sp>
      <p:sp>
        <p:nvSpPr>
          <p:cNvPr id="8" name="Table Placeholder 7">
            <a:extLst>
              <a:ext uri="{FF2B5EF4-FFF2-40B4-BE49-F238E27FC236}">
                <a16:creationId xmlns:a16="http://schemas.microsoft.com/office/drawing/2014/main" id="{C3975522-461E-4D79-B5B9-BF9471B54688}"/>
              </a:ext>
            </a:extLst>
          </p:cNvPr>
          <p:cNvSpPr>
            <a:spLocks noGrp="1"/>
          </p:cNvSpPr>
          <p:nvPr>
            <p:ph type="tbl" sz="quarter" idx="14"/>
          </p:nvPr>
        </p:nvSpPr>
        <p:spPr>
          <a:xfrm>
            <a:off x="838200" y="2111381"/>
            <a:ext cx="10515600" cy="3570963"/>
          </a:xfrm>
        </p:spPr>
        <p:txBody>
          <a:bodyPr>
            <a:normAutofit/>
          </a:bodyPr>
          <a:lstStyle>
            <a:lvl1pPr marL="0" indent="0" algn="ctr">
              <a:buNone/>
              <a:defRPr sz="2000"/>
            </a:lvl1pPr>
          </a:lstStyle>
          <a:p>
            <a:r>
              <a:rPr lang="en-US"/>
              <a:t>Click icon to add table</a:t>
            </a:r>
          </a:p>
        </p:txBody>
      </p:sp>
      <p:sp>
        <p:nvSpPr>
          <p:cNvPr id="6" name="Footer Placeholder 4">
            <a:extLst>
              <a:ext uri="{FF2B5EF4-FFF2-40B4-BE49-F238E27FC236}">
                <a16:creationId xmlns:a16="http://schemas.microsoft.com/office/drawing/2014/main" id="{BFB554B2-4C33-2975-9F27-94B8AE71DF13}"/>
              </a:ext>
            </a:extLst>
          </p:cNvPr>
          <p:cNvSpPr>
            <a:spLocks noGrp="1"/>
          </p:cNvSpPr>
          <p:nvPr>
            <p:ph type="ftr" sz="quarter" idx="11"/>
          </p:nvPr>
        </p:nvSpPr>
        <p:spPr>
          <a:xfrm>
            <a:off x="838200" y="6356349"/>
            <a:ext cx="3819228" cy="365125"/>
          </a:xfrm>
        </p:spPr>
        <p:txBody>
          <a:bodyPr/>
          <a:lstStyle>
            <a:lvl1pPr algn="l">
              <a:defRPr sz="900"/>
            </a:lvl1pPr>
          </a:lstStyle>
          <a:p>
            <a:r>
              <a:rPr lang="en-US"/>
              <a:t>PRESENTATION TITLE</a:t>
            </a:r>
          </a:p>
        </p:txBody>
      </p:sp>
      <p:sp>
        <p:nvSpPr>
          <p:cNvPr id="7" name="Slide Number Placeholder 5">
            <a:extLst>
              <a:ext uri="{FF2B5EF4-FFF2-40B4-BE49-F238E27FC236}">
                <a16:creationId xmlns:a16="http://schemas.microsoft.com/office/drawing/2014/main" id="{503C6776-E983-2BA3-1054-75996FE0FD22}"/>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a:p>
        </p:txBody>
      </p:sp>
    </p:spTree>
    <p:extLst>
      <p:ext uri="{BB962C8B-B14F-4D97-AF65-F5344CB8AC3E}">
        <p14:creationId xmlns:p14="http://schemas.microsoft.com/office/powerpoint/2010/main" val="2919439425"/>
      </p:ext>
    </p:extLst>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1">
    <p:bg>
      <p:bgPr>
        <a:solidFill>
          <a:schemeClr val="accent1"/>
        </a:solidFill>
        <a:effectLst/>
      </p:bgPr>
    </p:bg>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955F7B05-9431-1FBA-415D-6CF2DF562B97}"/>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9434" t="20278" b="22673"/>
          <a:stretch/>
        </p:blipFill>
        <p:spPr>
          <a:xfrm>
            <a:off x="25785" y="0"/>
            <a:ext cx="4093633" cy="3912394"/>
          </a:xfrm>
          <a:prstGeom prst="rect">
            <a:avLst/>
          </a:prstGeom>
        </p:spPr>
      </p:pic>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568961"/>
            <a:ext cx="8420100" cy="1780860"/>
          </a:xfrm>
        </p:spPr>
        <p:txBody>
          <a:bodyPr anchor="b">
            <a:normAutofit/>
          </a:bodyPr>
          <a:lstStyle>
            <a:lvl1pPr>
              <a:defRPr lang="en-US" sz="2800" kern="1200" spc="150" baseline="0" dirty="0">
                <a:solidFill>
                  <a:schemeClr val="tx1"/>
                </a:solidFill>
                <a:latin typeface="+mj-lt"/>
                <a:ea typeface="+mj-ea"/>
                <a:cs typeface="+mj-cs"/>
              </a:defRPr>
            </a:lvl1pPr>
          </a:lstStyle>
          <a:p>
            <a:r>
              <a:rPr lang="en-US"/>
              <a:t>CLICK TO add title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97255"/>
            <a:ext cx="3924300" cy="464499"/>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add text</a:t>
            </a:r>
          </a:p>
        </p:txBody>
      </p:sp>
      <p:sp>
        <p:nvSpPr>
          <p:cNvPr id="7" name="Content Placeholder 3">
            <a:extLst>
              <a:ext uri="{FF2B5EF4-FFF2-40B4-BE49-F238E27FC236}">
                <a16:creationId xmlns:a16="http://schemas.microsoft.com/office/drawing/2014/main" id="{07FF22E3-5928-787E-B062-FA18127D3BD9}"/>
              </a:ext>
            </a:extLst>
          </p:cNvPr>
          <p:cNvSpPr>
            <a:spLocks noGrp="1"/>
          </p:cNvSpPr>
          <p:nvPr>
            <p:ph sz="half" idx="13" hasCustomPrompt="1"/>
          </p:nvPr>
        </p:nvSpPr>
        <p:spPr>
          <a:xfrm>
            <a:off x="2933700" y="3251596"/>
            <a:ext cx="3943627" cy="3234264"/>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97255"/>
            <a:ext cx="3943627" cy="464499"/>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add text</a:t>
            </a:r>
          </a:p>
        </p:txBody>
      </p:sp>
      <p:sp>
        <p:nvSpPr>
          <p:cNvPr id="9" name="Content Placeholder 3">
            <a:extLst>
              <a:ext uri="{FF2B5EF4-FFF2-40B4-BE49-F238E27FC236}">
                <a16:creationId xmlns:a16="http://schemas.microsoft.com/office/drawing/2014/main" id="{178E4D0B-96F1-45F3-6B2A-5FA31A37257F}"/>
              </a:ext>
            </a:extLst>
          </p:cNvPr>
          <p:cNvSpPr>
            <a:spLocks noGrp="1"/>
          </p:cNvSpPr>
          <p:nvPr>
            <p:ph sz="half" idx="14" hasCustomPrompt="1"/>
          </p:nvPr>
        </p:nvSpPr>
        <p:spPr>
          <a:xfrm>
            <a:off x="7410173" y="3251595"/>
            <a:ext cx="3943627" cy="3234264"/>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13" name="Footer Placeholder 4">
            <a:extLst>
              <a:ext uri="{FF2B5EF4-FFF2-40B4-BE49-F238E27FC236}">
                <a16:creationId xmlns:a16="http://schemas.microsoft.com/office/drawing/2014/main" id="{5F41582C-9AD2-F126-40F3-D43E77D158C8}"/>
              </a:ext>
            </a:extLst>
          </p:cNvPr>
          <p:cNvSpPr>
            <a:spLocks noGrp="1"/>
          </p:cNvSpPr>
          <p:nvPr>
            <p:ph type="ftr" sz="quarter" idx="11"/>
          </p:nvPr>
        </p:nvSpPr>
        <p:spPr>
          <a:xfrm>
            <a:off x="2969260" y="6356349"/>
            <a:ext cx="3819228" cy="365125"/>
          </a:xfrm>
        </p:spPr>
        <p:txBody>
          <a:bodyPr/>
          <a:lstStyle>
            <a:lvl1pPr algn="l">
              <a:defRPr sz="900"/>
            </a:lvl1pPr>
          </a:lstStyle>
          <a:p>
            <a:r>
              <a:rPr lang="en-US"/>
              <a:t>PRESENTATION TITLE</a:t>
            </a:r>
          </a:p>
        </p:txBody>
      </p:sp>
      <p:sp>
        <p:nvSpPr>
          <p:cNvPr id="14" name="Slide Number Placeholder 5">
            <a:extLst>
              <a:ext uri="{FF2B5EF4-FFF2-40B4-BE49-F238E27FC236}">
                <a16:creationId xmlns:a16="http://schemas.microsoft.com/office/drawing/2014/main" id="{341F76B1-7BEF-7A88-1394-1164BFF082E5}"/>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a:p>
        </p:txBody>
      </p:sp>
    </p:spTree>
    <p:extLst>
      <p:ext uri="{BB962C8B-B14F-4D97-AF65-F5344CB8AC3E}">
        <p14:creationId xmlns:p14="http://schemas.microsoft.com/office/powerpoint/2010/main" val="30412758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25BDE-35A4-4AAD-960B-C1415864AD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E459C78-0CC4-4552-93DD-49B4194D00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744A3C-9C54-46A6-B3EF-5B36362423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E93E0A-5177-400C-87C9-C93AF466EC49}" type="datetimeFigureOut">
              <a:rPr lang="en-US" dirty="0"/>
              <a:t>11/24/2025</a:t>
            </a:fld>
            <a:endParaRPr lang="en-US"/>
          </a:p>
        </p:txBody>
      </p:sp>
      <p:sp>
        <p:nvSpPr>
          <p:cNvPr id="5" name="Footer Placeholder 4">
            <a:extLst>
              <a:ext uri="{FF2B5EF4-FFF2-40B4-BE49-F238E27FC236}">
                <a16:creationId xmlns:a16="http://schemas.microsoft.com/office/drawing/2014/main" id="{07D5A696-7B4B-4181-A961-7D66556D50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3038CB5-8F4A-401D-A3A9-B27DC15B7A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917615-2DB4-4DAA-9DE3-B2B689A846E0}" type="slidenum">
              <a:rPr lang="en-US" dirty="0"/>
              <a:t>‹#›</a:t>
            </a:fld>
            <a:endParaRPr lang="en-US"/>
          </a:p>
        </p:txBody>
      </p:sp>
    </p:spTree>
    <p:extLst>
      <p:ext uri="{BB962C8B-B14F-4D97-AF65-F5344CB8AC3E}">
        <p14:creationId xmlns:p14="http://schemas.microsoft.com/office/powerpoint/2010/main" val="1137433718"/>
      </p:ext>
    </p:extLst>
  </p:cSld>
  <p:clrMap bg1="lt1" tx1="dk1" bg2="lt2" tx2="dk2" accent1="accent1" accent2="accent2" accent3="accent3" accent4="accent4" accent5="accent5" accent6="accent6" hlink="hlink" folHlink="folHlink"/>
  <p:sldLayoutIdLst>
    <p:sldLayoutId id="2147484098" r:id="rId1"/>
    <p:sldLayoutId id="2147484099" r:id="rId2"/>
    <p:sldLayoutId id="2147484100" r:id="rId3"/>
    <p:sldLayoutId id="2147484101" r:id="rId4"/>
    <p:sldLayoutId id="2147484102" r:id="rId5"/>
    <p:sldLayoutId id="2147484103" r:id="rId6"/>
    <p:sldLayoutId id="2147484104" r:id="rId7"/>
    <p:sldLayoutId id="2147484105" r:id="rId8"/>
    <p:sldLayoutId id="2147484106" r:id="rId9"/>
    <p:sldLayoutId id="2147484107" r:id="rId10"/>
    <p:sldLayoutId id="2147484108" r:id="rId11"/>
    <p:sldLayoutId id="2147484109" r:id="rId12"/>
    <p:sldLayoutId id="2147484110" r:id="rId13"/>
    <p:sldLayoutId id="2147484111" r:id="rId14"/>
    <p:sldLayoutId id="2147484112" r:id="rId1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hyperlink" Target="https://data.census.gov/table/ACSST1Y2024.S1903?q=ACSST1Y2024.S1903&amp;g=010XX00US$0500000,$1400000" TargetMode="External"/><Relationship Id="rId2" Type="http://schemas.openxmlformats.org/officeDocument/2006/relationships/notesSlide" Target="../notesSlides/notesSlide3.xml"/><Relationship Id="rId1" Type="http://schemas.openxmlformats.org/officeDocument/2006/relationships/slideLayout" Target="../slideLayouts/slideLayout13.xml"/><Relationship Id="rId5" Type="http://schemas.openxmlformats.org/officeDocument/2006/relationships/image" Target="../media/image3.png"/><Relationship Id="rId4" Type="http://schemas.openxmlformats.org/officeDocument/2006/relationships/hyperlink" Target="https://www.huduser.gov/portal/datasets/fmr.html#data_2024"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4.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0.xml.rels><?xml version="1.0" encoding="UTF-8" standalone="yes"?>
<Relationships xmlns="http://schemas.openxmlformats.org/package/2006/relationships"><Relationship Id="rId3" Type="http://schemas.openxmlformats.org/officeDocument/2006/relationships/hyperlink" Target="https://public.tableau.com/app/profile/chandrasekaran.ramanathan/viz/Affordability2024v2/Affordability?publish=yes" TargetMode="External"/><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15.xml"/><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2" Type="http://schemas.openxmlformats.org/officeDocument/2006/relationships/hyperlink" Target="https://www.microsoft.com/en-us/power-platform/products/power-bi/desktop"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75451-6A4B-484B-9ED1-353CCE25B0F4}"/>
              </a:ext>
            </a:extLst>
          </p:cNvPr>
          <p:cNvSpPr>
            <a:spLocks noGrp="1"/>
          </p:cNvSpPr>
          <p:nvPr>
            <p:ph type="ctrTitle"/>
          </p:nvPr>
        </p:nvSpPr>
        <p:spPr>
          <a:xfrm>
            <a:off x="6626941" y="487018"/>
            <a:ext cx="5053781" cy="3377354"/>
          </a:xfrm>
        </p:spPr>
        <p:txBody>
          <a:bodyPr anchor="b">
            <a:normAutofit/>
          </a:bodyPr>
          <a:lstStyle/>
          <a:p>
            <a:r>
              <a:rPr lang="en-US" sz="2800" dirty="0">
                <a:solidFill>
                  <a:schemeClr val="bg1"/>
                </a:solidFill>
              </a:rPr>
              <a:t>“A Team” Project </a:t>
            </a:r>
            <a:br>
              <a:rPr lang="en-US" sz="2800" dirty="0">
                <a:solidFill>
                  <a:schemeClr val="bg1"/>
                </a:solidFill>
              </a:rPr>
            </a:br>
            <a:r>
              <a:rPr lang="en-US" sz="2800" dirty="0">
                <a:solidFill>
                  <a:schemeClr val="bg1"/>
                </a:solidFill>
              </a:rPr>
              <a:t>FINAL Report Presentation</a:t>
            </a:r>
            <a:br>
              <a:rPr lang="en-US" sz="2800" dirty="0">
                <a:solidFill>
                  <a:schemeClr val="bg1"/>
                </a:solidFill>
              </a:rPr>
            </a:br>
            <a:br>
              <a:rPr lang="en-US" sz="2800" dirty="0">
                <a:solidFill>
                  <a:schemeClr val="bg1"/>
                </a:solidFill>
              </a:rPr>
            </a:br>
            <a:r>
              <a:rPr lang="en-US" sz="2800" dirty="0">
                <a:solidFill>
                  <a:schemeClr val="bg1"/>
                </a:solidFill>
              </a:rPr>
              <a:t>IFSC 54503 Fall 2025</a:t>
            </a:r>
            <a:br>
              <a:rPr lang="en-US" sz="2800" dirty="0">
                <a:solidFill>
                  <a:schemeClr val="bg1"/>
                </a:solidFill>
              </a:rPr>
            </a:br>
            <a:r>
              <a:rPr lang="en-US" sz="2800" dirty="0">
                <a:solidFill>
                  <a:schemeClr val="bg1"/>
                </a:solidFill>
              </a:rPr>
              <a:t>Prof. </a:t>
            </a:r>
            <a:r>
              <a:rPr lang="en-US" sz="2800" dirty="0" err="1">
                <a:solidFill>
                  <a:schemeClr val="bg1"/>
                </a:solidFill>
              </a:rPr>
              <a:t>Tudoreanu</a:t>
            </a:r>
            <a:br>
              <a:rPr lang="en-US" sz="2800" dirty="0">
                <a:solidFill>
                  <a:schemeClr val="bg1"/>
                </a:solidFill>
              </a:rPr>
            </a:br>
            <a:br>
              <a:rPr lang="en-US" sz="2800" dirty="0">
                <a:solidFill>
                  <a:schemeClr val="bg1"/>
                </a:solidFill>
              </a:rPr>
            </a:br>
            <a:r>
              <a:rPr lang="en-US" sz="2800" dirty="0">
                <a:solidFill>
                  <a:schemeClr val="bg1"/>
                </a:solidFill>
              </a:rPr>
              <a:t>Hermes Abrantes</a:t>
            </a:r>
            <a:br>
              <a:rPr lang="en-US" sz="2800" dirty="0">
                <a:solidFill>
                  <a:schemeClr val="bg1"/>
                </a:solidFill>
              </a:rPr>
            </a:br>
            <a:r>
              <a:rPr lang="en-US" sz="2800" dirty="0">
                <a:solidFill>
                  <a:schemeClr val="bg1"/>
                </a:solidFill>
              </a:rPr>
              <a:t>Ram Ramanathan</a:t>
            </a:r>
            <a:endParaRPr lang="en-US" sz="2800" dirty="0">
              <a:solidFill>
                <a:schemeClr val="bg1"/>
              </a:solidFill>
              <a:ea typeface="Calibri Light"/>
              <a:cs typeface="Calibri Light"/>
            </a:endParaRPr>
          </a:p>
        </p:txBody>
      </p:sp>
    </p:spTree>
    <p:extLst>
      <p:ext uri="{BB962C8B-B14F-4D97-AF65-F5344CB8AC3E}">
        <p14:creationId xmlns:p14="http://schemas.microsoft.com/office/powerpoint/2010/main" val="25860588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E687C-6C3D-01A9-9F0F-7D02C18129C8}"/>
              </a:ext>
            </a:extLst>
          </p:cNvPr>
          <p:cNvSpPr>
            <a:spLocks noGrp="1"/>
          </p:cNvSpPr>
          <p:nvPr>
            <p:ph type="title"/>
          </p:nvPr>
        </p:nvSpPr>
        <p:spPr/>
        <p:txBody>
          <a:bodyPr/>
          <a:lstStyle/>
          <a:p>
            <a:r>
              <a:rPr lang="en-US"/>
              <a:t>TASK DEFINITION</a:t>
            </a:r>
            <a:endParaRPr lang="en-US" dirty="0"/>
          </a:p>
        </p:txBody>
      </p:sp>
      <p:sp>
        <p:nvSpPr>
          <p:cNvPr id="3" name="Content Placeholder 2">
            <a:extLst>
              <a:ext uri="{FF2B5EF4-FFF2-40B4-BE49-F238E27FC236}">
                <a16:creationId xmlns:a16="http://schemas.microsoft.com/office/drawing/2014/main" id="{75A47940-3D8B-D98E-5F14-ABE14ED243AC}"/>
              </a:ext>
            </a:extLst>
          </p:cNvPr>
          <p:cNvSpPr>
            <a:spLocks noGrp="1"/>
          </p:cNvSpPr>
          <p:nvPr>
            <p:ph sz="half" idx="2"/>
          </p:nvPr>
        </p:nvSpPr>
        <p:spPr/>
        <p:txBody>
          <a:bodyPr vert="horz" lIns="91440" tIns="45720" rIns="91440" bIns="45720" rtlCol="0" anchor="t">
            <a:normAutofit/>
          </a:bodyPr>
          <a:lstStyle/>
          <a:p>
            <a:r>
              <a:rPr lang="en-US" sz="2400" b="0">
                <a:ea typeface="+mn-lt"/>
                <a:cs typeface="+mn-lt"/>
              </a:rPr>
              <a:t>A user plans to move to a location in US and needs to find best place to live:</a:t>
            </a:r>
          </a:p>
          <a:p>
            <a:pPr marL="342900" indent="-342900">
              <a:buFont typeface="Arial" panose="020B0604020202020204" pitchFamily="34" charset="0"/>
              <a:buChar char="•"/>
            </a:pPr>
            <a:r>
              <a:rPr lang="en-US" sz="2400" b="0">
                <a:ea typeface="+mn-lt"/>
                <a:cs typeface="+mn-lt"/>
              </a:rPr>
              <a:t>Which nearby Counties are most affordable based on rent to income ratio?</a:t>
            </a:r>
            <a:endParaRPr lang="en-US" sz="2400"/>
          </a:p>
          <a:p>
            <a:pPr marL="342900" indent="-342900">
              <a:buFont typeface="Arial" panose="020B0604020202020204" pitchFamily="34" charset="0"/>
              <a:buChar char="•"/>
            </a:pPr>
            <a:r>
              <a:rPr lang="en-US" sz="2400" b="0">
                <a:ea typeface="+mn-lt"/>
                <a:cs typeface="+mn-lt"/>
              </a:rPr>
              <a:t>In a County, what are those specific market rents for different accommodation sizes?</a:t>
            </a:r>
            <a:endParaRPr lang="en-US" sz="2400"/>
          </a:p>
          <a:p>
            <a:endParaRPr lang="en-US" dirty="0"/>
          </a:p>
        </p:txBody>
      </p:sp>
      <p:sp>
        <p:nvSpPr>
          <p:cNvPr id="4" name="Slide Number Placeholder 3">
            <a:extLst>
              <a:ext uri="{FF2B5EF4-FFF2-40B4-BE49-F238E27FC236}">
                <a16:creationId xmlns:a16="http://schemas.microsoft.com/office/drawing/2014/main" id="{97535CA5-C035-67ED-3935-D0E3A616E94A}"/>
              </a:ext>
            </a:extLst>
          </p:cNvPr>
          <p:cNvSpPr>
            <a:spLocks noGrp="1"/>
          </p:cNvSpPr>
          <p:nvPr>
            <p:ph type="sldNum" sz="quarter" idx="12"/>
          </p:nvPr>
        </p:nvSpPr>
        <p:spPr/>
        <p:txBody>
          <a:bodyPr/>
          <a:lstStyle/>
          <a:p>
            <a:fld id="{A49DFD55-3C28-40EF-9E31-A92D2E4017FF}" type="slidenum">
              <a:rPr lang="en-US" smtClean="0"/>
              <a:pPr/>
              <a:t>2</a:t>
            </a:fld>
            <a:endParaRPr lang="en-US"/>
          </a:p>
        </p:txBody>
      </p:sp>
    </p:spTree>
    <p:extLst>
      <p:ext uri="{BB962C8B-B14F-4D97-AF65-F5344CB8AC3E}">
        <p14:creationId xmlns:p14="http://schemas.microsoft.com/office/powerpoint/2010/main" val="7825053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C1FED2-206F-7C5D-31D1-F430EF6CD3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5CF99F-9AEB-A833-F88E-978E7F606126}"/>
              </a:ext>
            </a:extLst>
          </p:cNvPr>
          <p:cNvSpPr>
            <a:spLocks noGrp="1"/>
          </p:cNvSpPr>
          <p:nvPr>
            <p:ph type="title"/>
          </p:nvPr>
        </p:nvSpPr>
        <p:spPr>
          <a:xfrm>
            <a:off x="1322318" y="268360"/>
            <a:ext cx="8434424" cy="1165329"/>
          </a:xfrm>
        </p:spPr>
        <p:txBody>
          <a:bodyPr/>
          <a:lstStyle/>
          <a:p>
            <a:r>
              <a:rPr lang="en-US" dirty="0"/>
              <a:t>The Raw Data – Sourcing &amp; Links (see video)</a:t>
            </a:r>
          </a:p>
        </p:txBody>
      </p:sp>
      <p:sp>
        <p:nvSpPr>
          <p:cNvPr id="3" name="Content Placeholder 2">
            <a:extLst>
              <a:ext uri="{FF2B5EF4-FFF2-40B4-BE49-F238E27FC236}">
                <a16:creationId xmlns:a16="http://schemas.microsoft.com/office/drawing/2014/main" id="{8C8E1BFA-4BC0-02DA-24D8-923BC9EC145A}"/>
              </a:ext>
            </a:extLst>
          </p:cNvPr>
          <p:cNvSpPr>
            <a:spLocks noGrp="1"/>
          </p:cNvSpPr>
          <p:nvPr>
            <p:ph sz="half" idx="2"/>
          </p:nvPr>
        </p:nvSpPr>
        <p:spPr>
          <a:xfrm>
            <a:off x="993423" y="1787318"/>
            <a:ext cx="7493000" cy="3407051"/>
          </a:xfrm>
        </p:spPr>
        <p:txBody>
          <a:bodyPr>
            <a:normAutofit lnSpcReduction="10000"/>
          </a:bodyPr>
          <a:lstStyle/>
          <a:p>
            <a:endParaRPr lang="en-US" dirty="0"/>
          </a:p>
          <a:p>
            <a:pPr marL="569214" lvl="1"/>
            <a:r>
              <a:rPr lang="en-US" b="1" dirty="0"/>
              <a:t>Median Household Income (MHI) per County, from U.S. Census’ American Community Survey (ACS) – 2024 &amp; Other sources</a:t>
            </a:r>
          </a:p>
          <a:p>
            <a:pPr lvl="1" indent="0">
              <a:buNone/>
            </a:pPr>
            <a:r>
              <a:rPr lang="en-US" dirty="0">
                <a:solidFill>
                  <a:srgbClr val="00B050"/>
                </a:solidFill>
                <a:hlinkClick r:id="rId3"/>
              </a:rPr>
              <a:t>https://data.census.gov/table/ACSST1Y2024.S1903?q=ACSST1Y2024.S1903&amp;g=010XX00US$0500000,$1400000</a:t>
            </a:r>
            <a:endParaRPr lang="en-US" b="1" dirty="0">
              <a:solidFill>
                <a:srgbClr val="00B050"/>
              </a:solidFill>
            </a:endParaRPr>
          </a:p>
          <a:p>
            <a:pPr marL="571500" indent="-285750">
              <a:buFont typeface="Arial" panose="020B0604020202020204" pitchFamily="34" charset="0"/>
              <a:buChar char="•"/>
            </a:pPr>
            <a:r>
              <a:rPr lang="en-US" b="1" dirty="0"/>
              <a:t>Median Rent from Housing and Urban Development (HUD) Department’s Fair Market Rent (FMR) Survey, per County, per Rental Type – 2024</a:t>
            </a:r>
          </a:p>
          <a:p>
            <a:pPr marL="569214" lvl="1"/>
            <a:r>
              <a:rPr lang="en-US" dirty="0">
                <a:solidFill>
                  <a:srgbClr val="00B050"/>
                </a:solidFill>
                <a:hlinkClick r:id="rId4"/>
              </a:rPr>
              <a:t>https://www.huduser.gov/portal/datasets/fmr.html#data_2024</a:t>
            </a:r>
            <a:endParaRPr lang="en-US" dirty="0">
              <a:solidFill>
                <a:srgbClr val="00B050"/>
              </a:solidFill>
            </a:endParaRPr>
          </a:p>
          <a:p>
            <a:endParaRPr lang="en-US" dirty="0"/>
          </a:p>
        </p:txBody>
      </p:sp>
      <p:sp>
        <p:nvSpPr>
          <p:cNvPr id="4" name="Slide Number Placeholder 3">
            <a:extLst>
              <a:ext uri="{FF2B5EF4-FFF2-40B4-BE49-F238E27FC236}">
                <a16:creationId xmlns:a16="http://schemas.microsoft.com/office/drawing/2014/main" id="{EC9E9730-1C2B-53F6-A051-9AA8A76C7983}"/>
              </a:ext>
            </a:extLst>
          </p:cNvPr>
          <p:cNvSpPr>
            <a:spLocks noGrp="1"/>
          </p:cNvSpPr>
          <p:nvPr>
            <p:ph type="sldNum" sz="quarter" idx="12"/>
          </p:nvPr>
        </p:nvSpPr>
        <p:spPr/>
        <p:txBody>
          <a:bodyPr/>
          <a:lstStyle/>
          <a:p>
            <a:fld id="{A49DFD55-3C28-40EF-9E31-A92D2E4017FF}" type="slidenum">
              <a:rPr lang="en-US" smtClean="0"/>
              <a:pPr/>
              <a:t>3</a:t>
            </a:fld>
            <a:endParaRPr lang="en-US"/>
          </a:p>
        </p:txBody>
      </p:sp>
      <p:pic>
        <p:nvPicPr>
          <p:cNvPr id="5" name="Picture 4">
            <a:extLst>
              <a:ext uri="{FF2B5EF4-FFF2-40B4-BE49-F238E27FC236}">
                <a16:creationId xmlns:a16="http://schemas.microsoft.com/office/drawing/2014/main" id="{7C959DCD-8611-80B4-7FE3-360B4AB12883}"/>
              </a:ext>
            </a:extLst>
          </p:cNvPr>
          <p:cNvPicPr>
            <a:picLocks noChangeAspect="1"/>
          </p:cNvPicPr>
          <p:nvPr/>
        </p:nvPicPr>
        <p:blipFill>
          <a:blip r:embed="rId5"/>
          <a:stretch>
            <a:fillRect/>
          </a:stretch>
        </p:blipFill>
        <p:spPr>
          <a:xfrm>
            <a:off x="8858864" y="2389537"/>
            <a:ext cx="2839205" cy="2804832"/>
          </a:xfrm>
          <a:prstGeom prst="rect">
            <a:avLst/>
          </a:prstGeom>
        </p:spPr>
      </p:pic>
    </p:spTree>
    <p:extLst>
      <p:ext uri="{BB962C8B-B14F-4D97-AF65-F5344CB8AC3E}">
        <p14:creationId xmlns:p14="http://schemas.microsoft.com/office/powerpoint/2010/main" val="34703421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125B4D-91DD-212D-88BF-CBB5474EAD62}"/>
              </a:ext>
            </a:extLst>
          </p:cNvPr>
          <p:cNvSpPr>
            <a:spLocks noGrp="1"/>
          </p:cNvSpPr>
          <p:nvPr>
            <p:ph type="ctrTitle"/>
          </p:nvPr>
        </p:nvSpPr>
        <p:spPr>
          <a:xfrm>
            <a:off x="1473141" y="498104"/>
            <a:ext cx="9724292" cy="432045"/>
          </a:xfrm>
        </p:spPr>
        <p:txBody>
          <a:bodyPr vert="horz" lIns="60960" tIns="30480" rIns="60960" bIns="30480" rtlCol="0" anchor="ctr">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pPr algn="l">
              <a:lnSpc>
                <a:spcPct val="90000"/>
              </a:lnSpc>
              <a:spcBef>
                <a:spcPct val="0"/>
              </a:spcBef>
            </a:pPr>
            <a:r>
              <a:rPr lang="en-US" sz="5200" kern="1200" dirty="0">
                <a:solidFill>
                  <a:schemeClr val="tx1"/>
                </a:solidFill>
                <a:latin typeface="+mj-lt"/>
                <a:ea typeface="+mj-ea"/>
                <a:cs typeface="+mj-cs"/>
              </a:rPr>
              <a:t>Data Sources</a:t>
            </a:r>
          </a:p>
        </p:txBody>
      </p:sp>
      <p:pic>
        <p:nvPicPr>
          <p:cNvPr id="5" name="Picture 4">
            <a:extLst>
              <a:ext uri="{FF2B5EF4-FFF2-40B4-BE49-F238E27FC236}">
                <a16:creationId xmlns:a16="http://schemas.microsoft.com/office/drawing/2014/main" id="{360841BD-796A-0BC5-7600-A803E8456CE7}"/>
              </a:ext>
            </a:extLst>
          </p:cNvPr>
          <p:cNvPicPr>
            <a:picLocks noChangeAspect="1"/>
          </p:cNvPicPr>
          <p:nvPr/>
        </p:nvPicPr>
        <p:blipFill>
          <a:blip r:embed="rId3"/>
          <a:stretch>
            <a:fillRect/>
          </a:stretch>
        </p:blipFill>
        <p:spPr>
          <a:xfrm>
            <a:off x="852102" y="1162294"/>
            <a:ext cx="4566673" cy="3938756"/>
          </a:xfrm>
          <a:prstGeom prst="rect">
            <a:avLst/>
          </a:prstGeom>
        </p:spPr>
      </p:pic>
      <p:pic>
        <p:nvPicPr>
          <p:cNvPr id="7" name="Picture 6">
            <a:extLst>
              <a:ext uri="{FF2B5EF4-FFF2-40B4-BE49-F238E27FC236}">
                <a16:creationId xmlns:a16="http://schemas.microsoft.com/office/drawing/2014/main" id="{20F8B118-7DF6-5C84-A53A-31362A8E0471}"/>
              </a:ext>
            </a:extLst>
          </p:cNvPr>
          <p:cNvPicPr>
            <a:picLocks noChangeAspect="1"/>
          </p:cNvPicPr>
          <p:nvPr/>
        </p:nvPicPr>
        <p:blipFill>
          <a:blip r:embed="rId4"/>
          <a:stretch>
            <a:fillRect/>
          </a:stretch>
        </p:blipFill>
        <p:spPr>
          <a:xfrm>
            <a:off x="5813121" y="1162294"/>
            <a:ext cx="6233259" cy="3116629"/>
          </a:xfrm>
          <a:prstGeom prst="rect">
            <a:avLst/>
          </a:prstGeom>
        </p:spPr>
      </p:pic>
      <p:sp>
        <p:nvSpPr>
          <p:cNvPr id="9" name="TextBox 8">
            <a:extLst>
              <a:ext uri="{FF2B5EF4-FFF2-40B4-BE49-F238E27FC236}">
                <a16:creationId xmlns:a16="http://schemas.microsoft.com/office/drawing/2014/main" id="{EF7C59A1-755A-4D70-245B-58E5B4465F42}"/>
              </a:ext>
            </a:extLst>
          </p:cNvPr>
          <p:cNvSpPr txBox="1"/>
          <p:nvPr/>
        </p:nvSpPr>
        <p:spPr>
          <a:xfrm>
            <a:off x="1582652" y="5333195"/>
            <a:ext cx="3371863" cy="461665"/>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r>
              <a:rPr lang="en-US" sz="2400" b="1"/>
              <a:t>HUD Fair Market Rent </a:t>
            </a:r>
          </a:p>
        </p:txBody>
      </p:sp>
      <p:sp>
        <p:nvSpPr>
          <p:cNvPr id="11" name="TextBox 10">
            <a:extLst>
              <a:ext uri="{FF2B5EF4-FFF2-40B4-BE49-F238E27FC236}">
                <a16:creationId xmlns:a16="http://schemas.microsoft.com/office/drawing/2014/main" id="{EDBB1B00-5FCE-9F3A-5A29-CF6608D236A2}"/>
              </a:ext>
            </a:extLst>
          </p:cNvPr>
          <p:cNvSpPr txBox="1"/>
          <p:nvPr/>
        </p:nvSpPr>
        <p:spPr>
          <a:xfrm>
            <a:off x="6764216" y="5264819"/>
            <a:ext cx="4791895" cy="461665"/>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933" b="0" i="0" u="none" strike="noStrike" cap="none">
                <a:solidFill>
                  <a:srgbClr val="000000"/>
                </a:solidFill>
                <a:latin typeface="Arial"/>
                <a:ea typeface="Arial"/>
                <a:cs typeface="Arial"/>
                <a:sym typeface="Arial"/>
              </a:defRPr>
            </a:lvl9pPr>
          </a:lstStyle>
          <a:p>
            <a:r>
              <a:rPr lang="en-US" sz="2400" b="1"/>
              <a:t>Census Median Income</a:t>
            </a:r>
          </a:p>
        </p:txBody>
      </p:sp>
    </p:spTree>
    <p:extLst>
      <p:ext uri="{BB962C8B-B14F-4D97-AF65-F5344CB8AC3E}">
        <p14:creationId xmlns:p14="http://schemas.microsoft.com/office/powerpoint/2010/main" val="12876337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52EB2-F1FE-06CC-762C-356483E23A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3D6653-538C-6B8B-DD3A-0695962C1508}"/>
              </a:ext>
            </a:extLst>
          </p:cNvPr>
          <p:cNvSpPr>
            <a:spLocks noGrp="1"/>
          </p:cNvSpPr>
          <p:nvPr>
            <p:ph type="title"/>
          </p:nvPr>
        </p:nvSpPr>
        <p:spPr/>
        <p:txBody>
          <a:bodyPr/>
          <a:lstStyle/>
          <a:p>
            <a:r>
              <a:rPr lang="en-US" dirty="0"/>
              <a:t>Data Pre-processing for MHI</a:t>
            </a:r>
          </a:p>
        </p:txBody>
      </p:sp>
      <p:sp>
        <p:nvSpPr>
          <p:cNvPr id="3" name="Content Placeholder 2">
            <a:extLst>
              <a:ext uri="{FF2B5EF4-FFF2-40B4-BE49-F238E27FC236}">
                <a16:creationId xmlns:a16="http://schemas.microsoft.com/office/drawing/2014/main" id="{142ED7D7-E7AC-296D-172A-591CACEB3374}"/>
              </a:ext>
            </a:extLst>
          </p:cNvPr>
          <p:cNvSpPr>
            <a:spLocks noGrp="1"/>
          </p:cNvSpPr>
          <p:nvPr>
            <p:ph sz="half" idx="2"/>
          </p:nvPr>
        </p:nvSpPr>
        <p:spPr/>
        <p:txBody>
          <a:bodyPr>
            <a:normAutofit/>
          </a:bodyPr>
          <a:lstStyle/>
          <a:p>
            <a:r>
              <a:rPr lang="en-US" dirty="0"/>
              <a:t>MHI – Median Household Income per County</a:t>
            </a:r>
          </a:p>
          <a:p>
            <a:pPr marL="285750" indent="-285750">
              <a:buFont typeface="Arial" panose="020B0604020202020204" pitchFamily="34" charset="0"/>
              <a:buChar char="•"/>
            </a:pPr>
            <a:r>
              <a:rPr lang="en-US" dirty="0"/>
              <a:t>Over 240 features, that were analyzed and simplified to : State, County, MHI value per County</a:t>
            </a:r>
          </a:p>
          <a:p>
            <a:pPr marL="285750" indent="-285750">
              <a:buFont typeface="Arial" panose="020B0604020202020204" pitchFamily="34" charset="0"/>
              <a:buChar char="•"/>
            </a:pPr>
            <a:r>
              <a:rPr lang="en-US" dirty="0"/>
              <a:t>Imputation of missing MHI values for certain counties via MHI estimates for those counties</a:t>
            </a:r>
          </a:p>
          <a:p>
            <a:pPr marL="285750" indent="-285750">
              <a:buFont typeface="Arial" panose="020B0604020202020204" pitchFamily="34" charset="0"/>
              <a:buChar char="•"/>
            </a:pPr>
            <a:r>
              <a:rPr lang="en-US" dirty="0"/>
              <a:t>FIPS code added and matched to correctly link with FMR data (next slide)</a:t>
            </a:r>
          </a:p>
          <a:p>
            <a:pPr marL="285750" indent="-285750">
              <a:buFont typeface="Arial" panose="020B0604020202020204" pitchFamily="34" charset="0"/>
              <a:buChar char="•"/>
            </a:pPr>
            <a:r>
              <a:rPr lang="en-US" dirty="0"/>
              <a:t>County names needed to be normalized for use in Visualization tool</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0049632D-457E-60AC-09E7-C6930C5E88EC}"/>
              </a:ext>
            </a:extLst>
          </p:cNvPr>
          <p:cNvSpPr>
            <a:spLocks noGrp="1"/>
          </p:cNvSpPr>
          <p:nvPr>
            <p:ph type="sldNum" sz="quarter" idx="12"/>
          </p:nvPr>
        </p:nvSpPr>
        <p:spPr/>
        <p:txBody>
          <a:bodyPr/>
          <a:lstStyle/>
          <a:p>
            <a:fld id="{A49DFD55-3C28-40EF-9E31-A92D2E4017FF}" type="slidenum">
              <a:rPr lang="en-US" smtClean="0"/>
              <a:pPr/>
              <a:t>5</a:t>
            </a:fld>
            <a:endParaRPr lang="en-US"/>
          </a:p>
        </p:txBody>
      </p:sp>
      <p:pic>
        <p:nvPicPr>
          <p:cNvPr id="6" name="Picture 5">
            <a:extLst>
              <a:ext uri="{FF2B5EF4-FFF2-40B4-BE49-F238E27FC236}">
                <a16:creationId xmlns:a16="http://schemas.microsoft.com/office/drawing/2014/main" id="{E228ECCE-7F89-4CB6-2973-371C1102F231}"/>
              </a:ext>
            </a:extLst>
          </p:cNvPr>
          <p:cNvPicPr>
            <a:picLocks noChangeAspect="1"/>
          </p:cNvPicPr>
          <p:nvPr/>
        </p:nvPicPr>
        <p:blipFill>
          <a:blip r:embed="rId3"/>
          <a:stretch>
            <a:fillRect/>
          </a:stretch>
        </p:blipFill>
        <p:spPr>
          <a:xfrm>
            <a:off x="8858864" y="2389537"/>
            <a:ext cx="2839205" cy="2804832"/>
          </a:xfrm>
          <a:prstGeom prst="rect">
            <a:avLst/>
          </a:prstGeom>
        </p:spPr>
      </p:pic>
    </p:spTree>
    <p:extLst>
      <p:ext uri="{BB962C8B-B14F-4D97-AF65-F5344CB8AC3E}">
        <p14:creationId xmlns:p14="http://schemas.microsoft.com/office/powerpoint/2010/main" val="24675687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E32975-C0CD-464B-D5C2-79CCCEC854AE}"/>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54F9D4FF-B101-5F0A-7C37-D60AAE62D6A9}"/>
              </a:ext>
            </a:extLst>
          </p:cNvPr>
          <p:cNvSpPr>
            <a:spLocks noGrp="1"/>
          </p:cNvSpPr>
          <p:nvPr>
            <p:ph type="subTitle" idx="4294967295"/>
          </p:nvPr>
        </p:nvSpPr>
        <p:spPr>
          <a:xfrm>
            <a:off x="0" y="6118225"/>
            <a:ext cx="3868738" cy="739775"/>
          </a:xfrm>
        </p:spPr>
        <p:txBody>
          <a:bodyPr>
            <a:normAutofit/>
          </a:bodyPr>
          <a:lstStyle/>
          <a:p>
            <a:r>
              <a:rPr lang="en-US" sz="1800" dirty="0"/>
              <a:t>County Name</a:t>
            </a:r>
          </a:p>
        </p:txBody>
      </p:sp>
      <p:sp>
        <p:nvSpPr>
          <p:cNvPr id="6" name="Title 1">
            <a:extLst>
              <a:ext uri="{FF2B5EF4-FFF2-40B4-BE49-F238E27FC236}">
                <a16:creationId xmlns:a16="http://schemas.microsoft.com/office/drawing/2014/main" id="{75CF48C3-E0D8-548C-4DBB-6CB0FCB03A90}"/>
              </a:ext>
            </a:extLst>
          </p:cNvPr>
          <p:cNvSpPr txBox="1">
            <a:spLocks/>
          </p:cNvSpPr>
          <p:nvPr/>
        </p:nvSpPr>
        <p:spPr>
          <a:xfrm>
            <a:off x="250581" y="890954"/>
            <a:ext cx="11690838" cy="432045"/>
          </a:xfrm>
          <a:prstGeom prst="rect">
            <a:avLst/>
          </a:prstGeom>
          <a:noFill/>
          <a:ln>
            <a:noFill/>
          </a:ln>
        </p:spPr>
        <p:txBody>
          <a:bodyPr spcFirstLastPara="1" vert="horz" wrap="square" lIns="60960" tIns="30480" rIns="60960" bIns="30480" rtlCol="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l"/>
            <a:r>
              <a:rPr lang="en-US" sz="4000" dirty="0"/>
              <a:t>Census Median Household Income (MHI)</a:t>
            </a:r>
          </a:p>
        </p:txBody>
      </p:sp>
      <p:pic>
        <p:nvPicPr>
          <p:cNvPr id="4" name="Picture 3">
            <a:extLst>
              <a:ext uri="{FF2B5EF4-FFF2-40B4-BE49-F238E27FC236}">
                <a16:creationId xmlns:a16="http://schemas.microsoft.com/office/drawing/2014/main" id="{98EE17B3-D984-ACF4-51BB-A54B6B2AE1C1}"/>
              </a:ext>
            </a:extLst>
          </p:cNvPr>
          <p:cNvPicPr>
            <a:picLocks noChangeAspect="1"/>
          </p:cNvPicPr>
          <p:nvPr/>
        </p:nvPicPr>
        <p:blipFill>
          <a:blip r:embed="rId3"/>
          <a:stretch>
            <a:fillRect/>
          </a:stretch>
        </p:blipFill>
        <p:spPr>
          <a:xfrm>
            <a:off x="319454" y="1488521"/>
            <a:ext cx="8222406" cy="4133007"/>
          </a:xfrm>
          <a:prstGeom prst="rect">
            <a:avLst/>
          </a:prstGeom>
        </p:spPr>
      </p:pic>
      <p:cxnSp>
        <p:nvCxnSpPr>
          <p:cNvPr id="7" name="Straight Arrow Connector 6">
            <a:extLst>
              <a:ext uri="{FF2B5EF4-FFF2-40B4-BE49-F238E27FC236}">
                <a16:creationId xmlns:a16="http://schemas.microsoft.com/office/drawing/2014/main" id="{556158EF-4545-B04F-5B25-91F75A9BBE7C}"/>
              </a:ext>
            </a:extLst>
          </p:cNvPr>
          <p:cNvCxnSpPr/>
          <p:nvPr/>
        </p:nvCxnSpPr>
        <p:spPr>
          <a:xfrm flipV="1">
            <a:off x="1477108" y="5621527"/>
            <a:ext cx="0" cy="3455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Subtitle 2">
            <a:extLst>
              <a:ext uri="{FF2B5EF4-FFF2-40B4-BE49-F238E27FC236}">
                <a16:creationId xmlns:a16="http://schemas.microsoft.com/office/drawing/2014/main" id="{284E178E-5DCA-5CCB-0169-EF01C22C4F39}"/>
              </a:ext>
            </a:extLst>
          </p:cNvPr>
          <p:cNvSpPr txBox="1">
            <a:spLocks/>
          </p:cNvSpPr>
          <p:nvPr/>
        </p:nvSpPr>
        <p:spPr>
          <a:xfrm>
            <a:off x="2117148" y="6117967"/>
            <a:ext cx="3869282" cy="740033"/>
          </a:xfrm>
          <a:prstGeom prst="rect">
            <a:avLst/>
          </a:prstGeom>
          <a:noFill/>
          <a:ln>
            <a:noFill/>
          </a:ln>
        </p:spPr>
        <p:txBody>
          <a:bodyPr spcFirstLastPara="1" wrap="square" lIns="60950" tIns="30467" rIns="60950" bIns="30467" anchor="t" anchorCtr="0">
            <a:normAutofit/>
          </a:bodyPr>
          <a:lstStyle>
            <a:defPPr marR="0" lvl="0" algn="l" rtl="0">
              <a:lnSpc>
                <a:spcPct val="100000"/>
              </a:lnSpc>
              <a:spcBef>
                <a:spcPts val="0"/>
              </a:spcBef>
              <a:spcAft>
                <a:spcPts val="0"/>
              </a:spcAft>
            </a:defPPr>
            <a:lvl1pPr marL="457200" marR="0" lvl="0" indent="-431800" algn="ctr" rtl="0">
              <a:lnSpc>
                <a:spcPct val="100000"/>
              </a:lnSpc>
              <a:spcBef>
                <a:spcPts val="640"/>
              </a:spcBef>
              <a:spcAft>
                <a:spcPts val="0"/>
              </a:spcAft>
              <a:buClr>
                <a:srgbClr val="888888"/>
              </a:buClr>
              <a:buSzPts val="3200"/>
              <a:buFont typeface="Arial"/>
              <a:buNone/>
              <a:defRPr sz="3200" b="0" i="0" u="none" strike="noStrike" cap="none">
                <a:solidFill>
                  <a:srgbClr val="888888"/>
                </a:solidFill>
                <a:latin typeface="Calibri"/>
                <a:ea typeface="Calibri"/>
                <a:cs typeface="Calibri"/>
                <a:sym typeface="Calibri"/>
              </a:defRPr>
            </a:lvl1pPr>
            <a:lvl2pPr marL="914400" marR="0" lvl="1" indent="-406400" algn="ctr" rtl="0">
              <a:lnSpc>
                <a:spcPct val="100000"/>
              </a:lnSpc>
              <a:spcBef>
                <a:spcPts val="560"/>
              </a:spcBef>
              <a:spcAft>
                <a:spcPts val="0"/>
              </a:spcAft>
              <a:buClr>
                <a:srgbClr val="888888"/>
              </a:buClr>
              <a:buSzPts val="2800"/>
              <a:buFont typeface="Arial"/>
              <a:buNone/>
              <a:defRPr sz="2800" b="0" i="0" u="none" strike="noStrike" cap="none">
                <a:solidFill>
                  <a:srgbClr val="888888"/>
                </a:solidFill>
                <a:latin typeface="Calibri"/>
                <a:ea typeface="Calibri"/>
                <a:cs typeface="Calibri"/>
                <a:sym typeface="Calibri"/>
              </a:defRPr>
            </a:lvl2pPr>
            <a:lvl3pPr marL="1371600" marR="0" lvl="2" indent="-381000" algn="ctr" rtl="0">
              <a:lnSpc>
                <a:spcPct val="100000"/>
              </a:lnSpc>
              <a:spcBef>
                <a:spcPts val="48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3pPr>
            <a:lvl4pPr marL="1828800" marR="0" lvl="3"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4pPr>
            <a:lvl5pPr marL="2286000" marR="0" lvl="4"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5pPr>
            <a:lvl6pPr marL="2743200" marR="0" lvl="5"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L="3200400" marR="0" lvl="6"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L="3657600" marR="0" lvl="7"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L="4114800" marR="0" lvl="8"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r>
              <a:rPr lang="en-US" sz="2133"/>
              <a:t>Income</a:t>
            </a:r>
          </a:p>
        </p:txBody>
      </p:sp>
      <p:cxnSp>
        <p:nvCxnSpPr>
          <p:cNvPr id="11" name="Straight Arrow Connector 10">
            <a:extLst>
              <a:ext uri="{FF2B5EF4-FFF2-40B4-BE49-F238E27FC236}">
                <a16:creationId xmlns:a16="http://schemas.microsoft.com/office/drawing/2014/main" id="{8E164048-4949-A90B-0B86-BDCF9C5B811F}"/>
              </a:ext>
            </a:extLst>
          </p:cNvPr>
          <p:cNvCxnSpPr/>
          <p:nvPr/>
        </p:nvCxnSpPr>
        <p:spPr>
          <a:xfrm flipV="1">
            <a:off x="3869282" y="5621527"/>
            <a:ext cx="0" cy="3455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242969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0B3050-528F-039A-2735-E49C5BF302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545761-9AFE-BDDC-FEFD-F3A6F5F1E7AF}"/>
              </a:ext>
            </a:extLst>
          </p:cNvPr>
          <p:cNvSpPr>
            <a:spLocks noGrp="1"/>
          </p:cNvSpPr>
          <p:nvPr>
            <p:ph type="title"/>
          </p:nvPr>
        </p:nvSpPr>
        <p:spPr/>
        <p:txBody>
          <a:bodyPr/>
          <a:lstStyle/>
          <a:p>
            <a:r>
              <a:rPr lang="en-US" dirty="0"/>
              <a:t>Data Pre-processing for FMR</a:t>
            </a:r>
          </a:p>
        </p:txBody>
      </p:sp>
      <p:sp>
        <p:nvSpPr>
          <p:cNvPr id="3" name="Content Placeholder 2">
            <a:extLst>
              <a:ext uri="{FF2B5EF4-FFF2-40B4-BE49-F238E27FC236}">
                <a16:creationId xmlns:a16="http://schemas.microsoft.com/office/drawing/2014/main" id="{0A680909-3F02-0C3A-691A-093C186305EC}"/>
              </a:ext>
            </a:extLst>
          </p:cNvPr>
          <p:cNvSpPr>
            <a:spLocks noGrp="1"/>
          </p:cNvSpPr>
          <p:nvPr>
            <p:ph sz="half" idx="2"/>
          </p:nvPr>
        </p:nvSpPr>
        <p:spPr/>
        <p:txBody>
          <a:bodyPr>
            <a:normAutofit/>
          </a:bodyPr>
          <a:lstStyle/>
          <a:p>
            <a:r>
              <a:rPr lang="en-US" dirty="0"/>
              <a:t>FMR – Federal Median Rent, per County</a:t>
            </a:r>
          </a:p>
          <a:p>
            <a:pPr marL="285750" indent="-285750">
              <a:buFont typeface="Arial" panose="020B0604020202020204" pitchFamily="34" charset="0"/>
              <a:buChar char="•"/>
            </a:pPr>
            <a:r>
              <a:rPr lang="en-US" dirty="0"/>
              <a:t>County names needed to be normalized for use in Visualization tool</a:t>
            </a:r>
          </a:p>
          <a:p>
            <a:pPr marL="285750" indent="-285750">
              <a:buFont typeface="Arial" panose="020B0604020202020204" pitchFamily="34" charset="0"/>
              <a:buChar char="•"/>
            </a:pPr>
            <a:r>
              <a:rPr lang="en-US" dirty="0"/>
              <a:t>RIR (Rent to Income Ratio) column added and computed in Visualization Tool based on the related MHI dataset</a:t>
            </a:r>
          </a:p>
          <a:p>
            <a:pPr marL="285750" indent="-285750">
              <a:buFont typeface="Arial" panose="020B0604020202020204" pitchFamily="34" charset="0"/>
              <a:buChar char="•"/>
            </a:pPr>
            <a:r>
              <a:rPr lang="en-US" dirty="0"/>
              <a:t>A pivot table had to be created to allow the tooltip functionality displaying the rents for each rental type for the county in focus on the map</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C586BEB2-D564-6016-68C4-A1A7B9B8D74A}"/>
              </a:ext>
            </a:extLst>
          </p:cNvPr>
          <p:cNvSpPr>
            <a:spLocks noGrp="1"/>
          </p:cNvSpPr>
          <p:nvPr>
            <p:ph type="sldNum" sz="quarter" idx="12"/>
          </p:nvPr>
        </p:nvSpPr>
        <p:spPr/>
        <p:txBody>
          <a:bodyPr/>
          <a:lstStyle/>
          <a:p>
            <a:fld id="{A49DFD55-3C28-40EF-9E31-A92D2E4017FF}" type="slidenum">
              <a:rPr lang="en-US" smtClean="0"/>
              <a:pPr/>
              <a:t>7</a:t>
            </a:fld>
            <a:endParaRPr lang="en-US"/>
          </a:p>
        </p:txBody>
      </p:sp>
      <p:pic>
        <p:nvPicPr>
          <p:cNvPr id="7" name="Picture 6">
            <a:extLst>
              <a:ext uri="{FF2B5EF4-FFF2-40B4-BE49-F238E27FC236}">
                <a16:creationId xmlns:a16="http://schemas.microsoft.com/office/drawing/2014/main" id="{44B6F41B-84C5-E829-EDF5-3136B9E96D7C}"/>
              </a:ext>
            </a:extLst>
          </p:cNvPr>
          <p:cNvPicPr>
            <a:picLocks noChangeAspect="1"/>
          </p:cNvPicPr>
          <p:nvPr/>
        </p:nvPicPr>
        <p:blipFill>
          <a:blip r:embed="rId3"/>
          <a:stretch>
            <a:fillRect/>
          </a:stretch>
        </p:blipFill>
        <p:spPr>
          <a:xfrm>
            <a:off x="9114502" y="2882172"/>
            <a:ext cx="2839205" cy="2804832"/>
          </a:xfrm>
          <a:prstGeom prst="rect">
            <a:avLst/>
          </a:prstGeom>
        </p:spPr>
      </p:pic>
    </p:spTree>
    <p:extLst>
      <p:ext uri="{BB962C8B-B14F-4D97-AF65-F5344CB8AC3E}">
        <p14:creationId xmlns:p14="http://schemas.microsoft.com/office/powerpoint/2010/main" val="16703452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D212642-EF22-6F05-B3EA-E4F1A9104E40}"/>
              </a:ext>
            </a:extLst>
          </p:cNvPr>
          <p:cNvSpPr>
            <a:spLocks noGrp="1"/>
          </p:cNvSpPr>
          <p:nvPr>
            <p:ph type="title"/>
          </p:nvPr>
        </p:nvSpPr>
        <p:spPr/>
        <p:txBody>
          <a:bodyPr/>
          <a:lstStyle/>
          <a:p>
            <a:r>
              <a:rPr lang="en-US"/>
              <a:t>2021-2024</a:t>
            </a:r>
          </a:p>
        </p:txBody>
      </p:sp>
      <p:sp>
        <p:nvSpPr>
          <p:cNvPr id="2" name="Table Placeholder 1">
            <a:extLst>
              <a:ext uri="{FF2B5EF4-FFF2-40B4-BE49-F238E27FC236}">
                <a16:creationId xmlns:a16="http://schemas.microsoft.com/office/drawing/2014/main" id="{03E40049-8A1E-DC02-1B84-AD54071E8C12}"/>
              </a:ext>
            </a:extLst>
          </p:cNvPr>
          <p:cNvSpPr>
            <a:spLocks noGrp="1"/>
          </p:cNvSpPr>
          <p:nvPr>
            <p:ph type="tbl" sz="quarter" idx="14"/>
          </p:nvPr>
        </p:nvSpPr>
        <p:spPr/>
        <p:txBody>
          <a:bodyPr/>
          <a:lstStyle/>
          <a:p>
            <a:endParaRPr lang="en-US"/>
          </a:p>
        </p:txBody>
      </p:sp>
      <p:sp>
        <p:nvSpPr>
          <p:cNvPr id="3" name="Subtitle 2">
            <a:extLst>
              <a:ext uri="{FF2B5EF4-FFF2-40B4-BE49-F238E27FC236}">
                <a16:creationId xmlns:a16="http://schemas.microsoft.com/office/drawing/2014/main" id="{FA8A9AC3-C1BD-1C56-FFEC-6394F2A1199F}"/>
              </a:ext>
            </a:extLst>
          </p:cNvPr>
          <p:cNvSpPr>
            <a:spLocks noGrp="1"/>
          </p:cNvSpPr>
          <p:nvPr>
            <p:ph type="subTitle" idx="4294967295"/>
          </p:nvPr>
        </p:nvSpPr>
        <p:spPr>
          <a:xfrm>
            <a:off x="0" y="6259513"/>
            <a:ext cx="3973513" cy="381000"/>
          </a:xfrm>
        </p:spPr>
        <p:txBody>
          <a:bodyPr>
            <a:normAutofit/>
          </a:bodyPr>
          <a:lstStyle/>
          <a:p>
            <a:pPr marL="0" indent="0" algn="r">
              <a:buNone/>
            </a:pPr>
            <a:r>
              <a:rPr lang="en-US" sz="1600" dirty="0"/>
              <a:t>County Name</a:t>
            </a:r>
          </a:p>
        </p:txBody>
      </p:sp>
      <p:sp>
        <p:nvSpPr>
          <p:cNvPr id="6" name="Title 1">
            <a:extLst>
              <a:ext uri="{FF2B5EF4-FFF2-40B4-BE49-F238E27FC236}">
                <a16:creationId xmlns:a16="http://schemas.microsoft.com/office/drawing/2014/main" id="{8EFB500C-F4BD-B67E-1CA9-2C2271CA16CA}"/>
              </a:ext>
            </a:extLst>
          </p:cNvPr>
          <p:cNvSpPr txBox="1">
            <a:spLocks/>
          </p:cNvSpPr>
          <p:nvPr/>
        </p:nvSpPr>
        <p:spPr>
          <a:xfrm>
            <a:off x="234462" y="800308"/>
            <a:ext cx="9724292" cy="432045"/>
          </a:xfrm>
          <a:prstGeom prst="rect">
            <a:avLst/>
          </a:prstGeom>
          <a:noFill/>
          <a:ln>
            <a:noFill/>
          </a:ln>
        </p:spPr>
        <p:txBody>
          <a:bodyPr spcFirstLastPara="1" vert="horz" wrap="square" lIns="60960" tIns="30480" rIns="60960" bIns="30480" rtlCol="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l">
              <a:lnSpc>
                <a:spcPct val="90000"/>
              </a:lnSpc>
              <a:spcBef>
                <a:spcPct val="0"/>
              </a:spcBef>
            </a:pPr>
            <a:r>
              <a:rPr lang="en-US" sz="4000" dirty="0">
                <a:solidFill>
                  <a:schemeClr val="tx1"/>
                </a:solidFill>
                <a:latin typeface="Calibri" panose="020F0502020204030204" pitchFamily="34" charset="0"/>
                <a:ea typeface="Calibri" panose="020F0502020204030204" pitchFamily="34" charset="0"/>
                <a:cs typeface="Calibri" panose="020F0502020204030204" pitchFamily="34" charset="0"/>
              </a:rPr>
              <a:t>HUD Fair Market Rent (FMR)</a:t>
            </a:r>
          </a:p>
        </p:txBody>
      </p:sp>
      <p:pic>
        <p:nvPicPr>
          <p:cNvPr id="10" name="Picture 9">
            <a:extLst>
              <a:ext uri="{FF2B5EF4-FFF2-40B4-BE49-F238E27FC236}">
                <a16:creationId xmlns:a16="http://schemas.microsoft.com/office/drawing/2014/main" id="{B19D1D11-46BB-F823-9217-5635E561578A}"/>
              </a:ext>
            </a:extLst>
          </p:cNvPr>
          <p:cNvPicPr>
            <a:picLocks noChangeAspect="1"/>
          </p:cNvPicPr>
          <p:nvPr/>
        </p:nvPicPr>
        <p:blipFill>
          <a:blip r:embed="rId3"/>
          <a:stretch>
            <a:fillRect/>
          </a:stretch>
        </p:blipFill>
        <p:spPr>
          <a:xfrm>
            <a:off x="234462" y="1261412"/>
            <a:ext cx="6894496" cy="4670465"/>
          </a:xfrm>
          <a:prstGeom prst="rect">
            <a:avLst/>
          </a:prstGeom>
        </p:spPr>
      </p:pic>
      <p:sp>
        <p:nvSpPr>
          <p:cNvPr id="11" name="Subtitle 2">
            <a:extLst>
              <a:ext uri="{FF2B5EF4-FFF2-40B4-BE49-F238E27FC236}">
                <a16:creationId xmlns:a16="http://schemas.microsoft.com/office/drawing/2014/main" id="{B796371F-1B27-7BC4-FBCB-1D238573EB63}"/>
              </a:ext>
            </a:extLst>
          </p:cNvPr>
          <p:cNvSpPr txBox="1">
            <a:spLocks/>
          </p:cNvSpPr>
          <p:nvPr/>
        </p:nvSpPr>
        <p:spPr>
          <a:xfrm>
            <a:off x="2514600" y="6450135"/>
            <a:ext cx="3974123" cy="380023"/>
          </a:xfrm>
          <a:prstGeom prst="rect">
            <a:avLst/>
          </a:prstGeom>
          <a:noFill/>
          <a:ln>
            <a:noFill/>
          </a:ln>
        </p:spPr>
        <p:txBody>
          <a:bodyPr spcFirstLastPara="1" wrap="square" lIns="60950" tIns="30467" rIns="60950" bIns="30467" anchor="t" anchorCtr="0">
            <a:normAutofit fontScale="85000" lnSpcReduction="20000"/>
          </a:bodyPr>
          <a:lstStyle>
            <a:defPPr marR="0" lvl="0" algn="l" rtl="0">
              <a:lnSpc>
                <a:spcPct val="100000"/>
              </a:lnSpc>
              <a:spcBef>
                <a:spcPts val="0"/>
              </a:spcBef>
              <a:spcAft>
                <a:spcPts val="0"/>
              </a:spcAft>
            </a:defPPr>
            <a:lvl1pPr marL="457200" marR="0" lvl="0" indent="-431800" algn="ctr" rtl="0">
              <a:lnSpc>
                <a:spcPct val="100000"/>
              </a:lnSpc>
              <a:spcBef>
                <a:spcPts val="640"/>
              </a:spcBef>
              <a:spcAft>
                <a:spcPts val="0"/>
              </a:spcAft>
              <a:buClr>
                <a:srgbClr val="888888"/>
              </a:buClr>
              <a:buSzPts val="3200"/>
              <a:buFont typeface="Arial"/>
              <a:buNone/>
              <a:defRPr sz="3200" b="0" i="0" u="none" strike="noStrike" cap="none">
                <a:solidFill>
                  <a:srgbClr val="888888"/>
                </a:solidFill>
                <a:latin typeface="Calibri"/>
                <a:ea typeface="Calibri"/>
                <a:cs typeface="Calibri"/>
                <a:sym typeface="Calibri"/>
              </a:defRPr>
            </a:lvl1pPr>
            <a:lvl2pPr marL="914400" marR="0" lvl="1" indent="-406400" algn="ctr" rtl="0">
              <a:lnSpc>
                <a:spcPct val="100000"/>
              </a:lnSpc>
              <a:spcBef>
                <a:spcPts val="560"/>
              </a:spcBef>
              <a:spcAft>
                <a:spcPts val="0"/>
              </a:spcAft>
              <a:buClr>
                <a:srgbClr val="888888"/>
              </a:buClr>
              <a:buSzPts val="2800"/>
              <a:buFont typeface="Arial"/>
              <a:buNone/>
              <a:defRPr sz="2800" b="0" i="0" u="none" strike="noStrike" cap="none">
                <a:solidFill>
                  <a:srgbClr val="888888"/>
                </a:solidFill>
                <a:latin typeface="Calibri"/>
                <a:ea typeface="Calibri"/>
                <a:cs typeface="Calibri"/>
                <a:sym typeface="Calibri"/>
              </a:defRPr>
            </a:lvl2pPr>
            <a:lvl3pPr marL="1371600" marR="0" lvl="2" indent="-381000" algn="ctr" rtl="0">
              <a:lnSpc>
                <a:spcPct val="100000"/>
              </a:lnSpc>
              <a:spcBef>
                <a:spcPts val="48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3pPr>
            <a:lvl4pPr marL="1828800" marR="0" lvl="3"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4pPr>
            <a:lvl5pPr marL="2286000" marR="0" lvl="4"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5pPr>
            <a:lvl6pPr marL="2743200" marR="0" lvl="5"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L="3200400" marR="0" lvl="6"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L="3657600" marR="0" lvl="7"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L="4114800" marR="0" lvl="8"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r>
              <a:rPr lang="en-US" sz="2133"/>
              <a:t>Population</a:t>
            </a:r>
          </a:p>
        </p:txBody>
      </p:sp>
      <p:sp>
        <p:nvSpPr>
          <p:cNvPr id="12" name="Subtitle 2">
            <a:extLst>
              <a:ext uri="{FF2B5EF4-FFF2-40B4-BE49-F238E27FC236}">
                <a16:creationId xmlns:a16="http://schemas.microsoft.com/office/drawing/2014/main" id="{8E6FA15C-2C98-888C-5FC5-9496CCABA2AF}"/>
              </a:ext>
            </a:extLst>
          </p:cNvPr>
          <p:cNvSpPr txBox="1">
            <a:spLocks/>
          </p:cNvSpPr>
          <p:nvPr/>
        </p:nvSpPr>
        <p:spPr>
          <a:xfrm>
            <a:off x="3212124" y="6294683"/>
            <a:ext cx="3974123" cy="380023"/>
          </a:xfrm>
          <a:prstGeom prst="rect">
            <a:avLst/>
          </a:prstGeom>
          <a:noFill/>
          <a:ln>
            <a:noFill/>
          </a:ln>
        </p:spPr>
        <p:txBody>
          <a:bodyPr spcFirstLastPara="1" wrap="square" lIns="60950" tIns="30467" rIns="60950" bIns="30467" anchor="t" anchorCtr="0">
            <a:normAutofit fontScale="85000" lnSpcReduction="20000"/>
          </a:bodyPr>
          <a:lstStyle>
            <a:defPPr marR="0" lvl="0" algn="l" rtl="0">
              <a:lnSpc>
                <a:spcPct val="100000"/>
              </a:lnSpc>
              <a:spcBef>
                <a:spcPts val="0"/>
              </a:spcBef>
              <a:spcAft>
                <a:spcPts val="0"/>
              </a:spcAft>
            </a:defPPr>
            <a:lvl1pPr marL="457200" marR="0" lvl="0" indent="-431800" algn="ctr" rtl="0">
              <a:lnSpc>
                <a:spcPct val="100000"/>
              </a:lnSpc>
              <a:spcBef>
                <a:spcPts val="640"/>
              </a:spcBef>
              <a:spcAft>
                <a:spcPts val="0"/>
              </a:spcAft>
              <a:buClr>
                <a:srgbClr val="888888"/>
              </a:buClr>
              <a:buSzPts val="3200"/>
              <a:buFont typeface="Arial"/>
              <a:buNone/>
              <a:defRPr sz="3200" b="0" i="0" u="none" strike="noStrike" cap="none">
                <a:solidFill>
                  <a:srgbClr val="888888"/>
                </a:solidFill>
                <a:latin typeface="Calibri"/>
                <a:ea typeface="Calibri"/>
                <a:cs typeface="Calibri"/>
                <a:sym typeface="Calibri"/>
              </a:defRPr>
            </a:lvl1pPr>
            <a:lvl2pPr marL="914400" marR="0" lvl="1" indent="-406400" algn="ctr" rtl="0">
              <a:lnSpc>
                <a:spcPct val="100000"/>
              </a:lnSpc>
              <a:spcBef>
                <a:spcPts val="560"/>
              </a:spcBef>
              <a:spcAft>
                <a:spcPts val="0"/>
              </a:spcAft>
              <a:buClr>
                <a:srgbClr val="888888"/>
              </a:buClr>
              <a:buSzPts val="2800"/>
              <a:buFont typeface="Arial"/>
              <a:buNone/>
              <a:defRPr sz="2800" b="0" i="0" u="none" strike="noStrike" cap="none">
                <a:solidFill>
                  <a:srgbClr val="888888"/>
                </a:solidFill>
                <a:latin typeface="Calibri"/>
                <a:ea typeface="Calibri"/>
                <a:cs typeface="Calibri"/>
                <a:sym typeface="Calibri"/>
              </a:defRPr>
            </a:lvl2pPr>
            <a:lvl3pPr marL="1371600" marR="0" lvl="2" indent="-381000" algn="ctr" rtl="0">
              <a:lnSpc>
                <a:spcPct val="100000"/>
              </a:lnSpc>
              <a:spcBef>
                <a:spcPts val="48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3pPr>
            <a:lvl4pPr marL="1828800" marR="0" lvl="3"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4pPr>
            <a:lvl5pPr marL="2286000" marR="0" lvl="4"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5pPr>
            <a:lvl6pPr marL="2743200" marR="0" lvl="5"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L="3200400" marR="0" lvl="6"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L="3657600" marR="0" lvl="7"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L="4114800" marR="0" lvl="8"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r>
              <a:rPr lang="en-US" sz="2133"/>
              <a:t>State</a:t>
            </a:r>
          </a:p>
        </p:txBody>
      </p:sp>
      <p:cxnSp>
        <p:nvCxnSpPr>
          <p:cNvPr id="14" name="Straight Arrow Connector 13">
            <a:extLst>
              <a:ext uri="{FF2B5EF4-FFF2-40B4-BE49-F238E27FC236}">
                <a16:creationId xmlns:a16="http://schemas.microsoft.com/office/drawing/2014/main" id="{57A869DD-BC14-DB03-0292-60641C139422}"/>
              </a:ext>
            </a:extLst>
          </p:cNvPr>
          <p:cNvCxnSpPr/>
          <p:nvPr/>
        </p:nvCxnSpPr>
        <p:spPr>
          <a:xfrm flipV="1">
            <a:off x="5181599" y="6000995"/>
            <a:ext cx="0" cy="3282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055F1133-CA8E-5914-29D7-65DC14F4AD71}"/>
              </a:ext>
            </a:extLst>
          </p:cNvPr>
          <p:cNvCxnSpPr>
            <a:cxnSpLocks/>
          </p:cNvCxnSpPr>
          <p:nvPr/>
        </p:nvCxnSpPr>
        <p:spPr>
          <a:xfrm flipV="1">
            <a:off x="3212123" y="6000996"/>
            <a:ext cx="0" cy="2591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1BC29AD5-BF65-993F-6169-B8C8DB76344B}"/>
              </a:ext>
            </a:extLst>
          </p:cNvPr>
          <p:cNvCxnSpPr>
            <a:cxnSpLocks/>
          </p:cNvCxnSpPr>
          <p:nvPr/>
        </p:nvCxnSpPr>
        <p:spPr>
          <a:xfrm flipV="1">
            <a:off x="4724400" y="6000995"/>
            <a:ext cx="0" cy="4491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5" name="Picture 24">
            <a:extLst>
              <a:ext uri="{FF2B5EF4-FFF2-40B4-BE49-F238E27FC236}">
                <a16:creationId xmlns:a16="http://schemas.microsoft.com/office/drawing/2014/main" id="{C3D82961-9EAB-2DB3-D492-0BC31F51500F}"/>
              </a:ext>
            </a:extLst>
          </p:cNvPr>
          <p:cNvPicPr>
            <a:picLocks noChangeAspect="1"/>
          </p:cNvPicPr>
          <p:nvPr/>
        </p:nvPicPr>
        <p:blipFill>
          <a:blip r:embed="rId4"/>
          <a:stretch>
            <a:fillRect/>
          </a:stretch>
        </p:blipFill>
        <p:spPr>
          <a:xfrm>
            <a:off x="5297889" y="1451424"/>
            <a:ext cx="6659649" cy="4338761"/>
          </a:xfrm>
          <a:prstGeom prst="rect">
            <a:avLst/>
          </a:prstGeom>
        </p:spPr>
      </p:pic>
      <p:sp>
        <p:nvSpPr>
          <p:cNvPr id="26" name="Subtitle 2">
            <a:extLst>
              <a:ext uri="{FF2B5EF4-FFF2-40B4-BE49-F238E27FC236}">
                <a16:creationId xmlns:a16="http://schemas.microsoft.com/office/drawing/2014/main" id="{FD1E1ACF-351B-F8C6-B84F-EC7E63273224}"/>
              </a:ext>
            </a:extLst>
          </p:cNvPr>
          <p:cNvSpPr txBox="1">
            <a:spLocks/>
          </p:cNvSpPr>
          <p:nvPr/>
        </p:nvSpPr>
        <p:spPr>
          <a:xfrm>
            <a:off x="6013937" y="6182398"/>
            <a:ext cx="6178063" cy="540691"/>
          </a:xfrm>
          <a:prstGeom prst="rect">
            <a:avLst/>
          </a:prstGeom>
          <a:noFill/>
          <a:ln>
            <a:noFill/>
          </a:ln>
        </p:spPr>
        <p:txBody>
          <a:bodyPr spcFirstLastPara="1" wrap="square" lIns="60950" tIns="30467" rIns="60950" bIns="30467" anchor="t" anchorCtr="0">
            <a:normAutofit fontScale="70000" lnSpcReduction="20000"/>
          </a:bodyPr>
          <a:lstStyle>
            <a:defPPr marR="0" lvl="0" algn="l" rtl="0">
              <a:lnSpc>
                <a:spcPct val="100000"/>
              </a:lnSpc>
              <a:spcBef>
                <a:spcPts val="0"/>
              </a:spcBef>
              <a:spcAft>
                <a:spcPts val="0"/>
              </a:spcAft>
            </a:defPPr>
            <a:lvl1pPr marL="457200" marR="0" lvl="0" indent="-431800" algn="ctr" rtl="0">
              <a:lnSpc>
                <a:spcPct val="100000"/>
              </a:lnSpc>
              <a:spcBef>
                <a:spcPts val="640"/>
              </a:spcBef>
              <a:spcAft>
                <a:spcPts val="0"/>
              </a:spcAft>
              <a:buClr>
                <a:srgbClr val="888888"/>
              </a:buClr>
              <a:buSzPts val="3200"/>
              <a:buFont typeface="Arial"/>
              <a:buNone/>
              <a:defRPr sz="3200" b="0" i="0" u="none" strike="noStrike" cap="none">
                <a:solidFill>
                  <a:srgbClr val="888888"/>
                </a:solidFill>
                <a:latin typeface="Calibri"/>
                <a:ea typeface="Calibri"/>
                <a:cs typeface="Calibri"/>
                <a:sym typeface="Calibri"/>
              </a:defRPr>
            </a:lvl1pPr>
            <a:lvl2pPr marL="914400" marR="0" lvl="1" indent="-406400" algn="ctr" rtl="0">
              <a:lnSpc>
                <a:spcPct val="100000"/>
              </a:lnSpc>
              <a:spcBef>
                <a:spcPts val="560"/>
              </a:spcBef>
              <a:spcAft>
                <a:spcPts val="0"/>
              </a:spcAft>
              <a:buClr>
                <a:srgbClr val="888888"/>
              </a:buClr>
              <a:buSzPts val="2800"/>
              <a:buFont typeface="Arial"/>
              <a:buNone/>
              <a:defRPr sz="2800" b="0" i="0" u="none" strike="noStrike" cap="none">
                <a:solidFill>
                  <a:srgbClr val="888888"/>
                </a:solidFill>
                <a:latin typeface="Calibri"/>
                <a:ea typeface="Calibri"/>
                <a:cs typeface="Calibri"/>
                <a:sym typeface="Calibri"/>
              </a:defRPr>
            </a:lvl2pPr>
            <a:lvl3pPr marL="1371600" marR="0" lvl="2" indent="-381000" algn="ctr" rtl="0">
              <a:lnSpc>
                <a:spcPct val="100000"/>
              </a:lnSpc>
              <a:spcBef>
                <a:spcPts val="48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3pPr>
            <a:lvl4pPr marL="1828800" marR="0" lvl="3"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4pPr>
            <a:lvl5pPr marL="2286000" marR="0" lvl="4"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5pPr>
            <a:lvl6pPr marL="2743200" marR="0" lvl="5"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L="3200400" marR="0" lvl="6"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L="3657600" marR="0" lvl="7"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L="4114800" marR="0" lvl="8"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r>
              <a:rPr lang="en-US" sz="2133" dirty="0"/>
              <a:t>Fair Market Rents – fmr_0 – Studio, fmr_1 – 1 bedroom, fmr_2- 2 bedroom, fmr_3 – 3 bedroom, fmr_4 – 4 bedroom</a:t>
            </a:r>
          </a:p>
        </p:txBody>
      </p:sp>
      <p:sp>
        <p:nvSpPr>
          <p:cNvPr id="28" name="Right Brace 27">
            <a:extLst>
              <a:ext uri="{FF2B5EF4-FFF2-40B4-BE49-F238E27FC236}">
                <a16:creationId xmlns:a16="http://schemas.microsoft.com/office/drawing/2014/main" id="{58A0011F-D57C-F963-BB59-374B46EF10A7}"/>
              </a:ext>
            </a:extLst>
          </p:cNvPr>
          <p:cNvSpPr/>
          <p:nvPr/>
        </p:nvSpPr>
        <p:spPr>
          <a:xfrm rot="5400000">
            <a:off x="7705005" y="4784336"/>
            <a:ext cx="107068" cy="2630243"/>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200"/>
          </a:p>
        </p:txBody>
      </p:sp>
    </p:spTree>
    <p:extLst>
      <p:ext uri="{BB962C8B-B14F-4D97-AF65-F5344CB8AC3E}">
        <p14:creationId xmlns:p14="http://schemas.microsoft.com/office/powerpoint/2010/main" val="2645538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8E882D-A921-A187-CAF2-BE5A00B2F2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F57188-E1E6-8AC7-8C21-232BE4A15274}"/>
              </a:ext>
            </a:extLst>
          </p:cNvPr>
          <p:cNvSpPr>
            <a:spLocks noGrp="1"/>
          </p:cNvSpPr>
          <p:nvPr>
            <p:ph type="title"/>
          </p:nvPr>
        </p:nvSpPr>
        <p:spPr>
          <a:xfrm>
            <a:off x="239752" y="-330729"/>
            <a:ext cx="11501674" cy="1140026"/>
          </a:xfrm>
        </p:spPr>
        <p:txBody>
          <a:bodyPr/>
          <a:lstStyle/>
          <a:p>
            <a:r>
              <a:rPr lang="en-US" dirty="0"/>
              <a:t>Google Colab Python Code for Data Processing (see video)</a:t>
            </a:r>
          </a:p>
        </p:txBody>
      </p:sp>
      <p:sp>
        <p:nvSpPr>
          <p:cNvPr id="4" name="Slide Number Placeholder 3">
            <a:extLst>
              <a:ext uri="{FF2B5EF4-FFF2-40B4-BE49-F238E27FC236}">
                <a16:creationId xmlns:a16="http://schemas.microsoft.com/office/drawing/2014/main" id="{318A50A7-E80E-E40C-10BE-D042884E478E}"/>
              </a:ext>
            </a:extLst>
          </p:cNvPr>
          <p:cNvSpPr>
            <a:spLocks noGrp="1"/>
          </p:cNvSpPr>
          <p:nvPr>
            <p:ph type="sldNum" sz="quarter" idx="12"/>
          </p:nvPr>
        </p:nvSpPr>
        <p:spPr/>
        <p:txBody>
          <a:bodyPr/>
          <a:lstStyle/>
          <a:p>
            <a:fld id="{A49DFD55-3C28-40EF-9E31-A92D2E4017FF}" type="slidenum">
              <a:rPr lang="en-US" smtClean="0"/>
              <a:pPr/>
              <a:t>9</a:t>
            </a:fld>
            <a:endParaRPr lang="en-US"/>
          </a:p>
        </p:txBody>
      </p:sp>
      <p:sp>
        <p:nvSpPr>
          <p:cNvPr id="7" name="Content Placeholder 6">
            <a:extLst>
              <a:ext uri="{FF2B5EF4-FFF2-40B4-BE49-F238E27FC236}">
                <a16:creationId xmlns:a16="http://schemas.microsoft.com/office/drawing/2014/main" id="{CD87079D-397C-6FA7-8293-8155DF169212}"/>
              </a:ext>
            </a:extLst>
          </p:cNvPr>
          <p:cNvSpPr>
            <a:spLocks noGrp="1"/>
          </p:cNvSpPr>
          <p:nvPr>
            <p:ph sz="half" idx="2"/>
          </p:nvPr>
        </p:nvSpPr>
        <p:spPr/>
        <p:txBody>
          <a:bodyPr/>
          <a:lstStyle/>
          <a:p>
            <a:r>
              <a:rPr lang="en-US" dirty="0">
                <a:solidFill>
                  <a:srgbClr val="00B050"/>
                </a:solidFill>
              </a:rPr>
              <a:t>Insert Google </a:t>
            </a:r>
            <a:r>
              <a:rPr lang="en-US" dirty="0" err="1">
                <a:solidFill>
                  <a:srgbClr val="00B050"/>
                </a:solidFill>
              </a:rPr>
              <a:t>Colab</a:t>
            </a:r>
            <a:r>
              <a:rPr lang="en-US" dirty="0">
                <a:solidFill>
                  <a:srgbClr val="00B050"/>
                </a:solidFill>
              </a:rPr>
              <a:t> code here – may need more than one </a:t>
            </a:r>
            <a:r>
              <a:rPr lang="en-US" dirty="0" err="1">
                <a:solidFill>
                  <a:srgbClr val="00B050"/>
                </a:solidFill>
              </a:rPr>
              <a:t>slde</a:t>
            </a:r>
            <a:r>
              <a:rPr lang="en-US" dirty="0">
                <a:solidFill>
                  <a:srgbClr val="00B050"/>
                </a:solidFill>
              </a:rPr>
              <a:t>, but should not spend too much time on it</a:t>
            </a:r>
          </a:p>
        </p:txBody>
      </p:sp>
      <p:pic>
        <p:nvPicPr>
          <p:cNvPr id="5" name="Picture 4">
            <a:extLst>
              <a:ext uri="{FF2B5EF4-FFF2-40B4-BE49-F238E27FC236}">
                <a16:creationId xmlns:a16="http://schemas.microsoft.com/office/drawing/2014/main" id="{CA96BD5C-0575-E7B8-9781-1B66F8A2A5BC}"/>
              </a:ext>
            </a:extLst>
          </p:cNvPr>
          <p:cNvPicPr>
            <a:picLocks noChangeAspect="1"/>
          </p:cNvPicPr>
          <p:nvPr/>
        </p:nvPicPr>
        <p:blipFill>
          <a:blip r:embed="rId3"/>
          <a:stretch>
            <a:fillRect/>
          </a:stretch>
        </p:blipFill>
        <p:spPr>
          <a:xfrm>
            <a:off x="831098" y="921893"/>
            <a:ext cx="9220616" cy="5740120"/>
          </a:xfrm>
          <a:prstGeom prst="rect">
            <a:avLst/>
          </a:prstGeom>
        </p:spPr>
      </p:pic>
    </p:spTree>
    <p:extLst>
      <p:ext uri="{BB962C8B-B14F-4D97-AF65-F5344CB8AC3E}">
        <p14:creationId xmlns:p14="http://schemas.microsoft.com/office/powerpoint/2010/main" val="19522477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AC34D18-C4CF-2742-270E-25AD644BC848}"/>
              </a:ext>
            </a:extLst>
          </p:cNvPr>
          <p:cNvSpPr>
            <a:spLocks noGrp="1"/>
          </p:cNvSpPr>
          <p:nvPr>
            <p:ph type="dt" sz="half" idx="10"/>
          </p:nvPr>
        </p:nvSpPr>
        <p:spPr/>
        <p:txBody>
          <a:bodyPr/>
          <a:lstStyle/>
          <a:p>
            <a:fld id="{2EC7BF58-6AD8-4C54-9FC0-E46367FD90AE}" type="datetime1">
              <a:rPr lang="en-US" smtClean="0"/>
              <a:t>11/24/2025</a:t>
            </a:fld>
            <a:endParaRPr lang="en-US"/>
          </a:p>
        </p:txBody>
      </p:sp>
      <p:sp>
        <p:nvSpPr>
          <p:cNvPr id="3" name="Footer Placeholder 2">
            <a:extLst>
              <a:ext uri="{FF2B5EF4-FFF2-40B4-BE49-F238E27FC236}">
                <a16:creationId xmlns:a16="http://schemas.microsoft.com/office/drawing/2014/main" id="{DD30D583-D2AE-EF2D-673C-9202B7F4200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9562646-10C3-B6C7-86AF-185ADE91B13F}"/>
              </a:ext>
            </a:extLst>
          </p:cNvPr>
          <p:cNvSpPr>
            <a:spLocks noGrp="1"/>
          </p:cNvSpPr>
          <p:nvPr>
            <p:ph type="sldNum" sz="quarter" idx="12"/>
          </p:nvPr>
        </p:nvSpPr>
        <p:spPr/>
        <p:txBody>
          <a:bodyPr/>
          <a:lstStyle/>
          <a:p>
            <a:fld id="{A65A5C87-DF58-40C8-B092-1DE63DB4547E}" type="slidenum">
              <a:rPr lang="en-US" smtClean="0"/>
              <a:t>10</a:t>
            </a:fld>
            <a:endParaRPr lang="en-US"/>
          </a:p>
        </p:txBody>
      </p:sp>
      <p:pic>
        <p:nvPicPr>
          <p:cNvPr id="6" name="Picture 5">
            <a:extLst>
              <a:ext uri="{FF2B5EF4-FFF2-40B4-BE49-F238E27FC236}">
                <a16:creationId xmlns:a16="http://schemas.microsoft.com/office/drawing/2014/main" id="{121F00E2-CA8B-4E59-6D08-1F7FDDE77ADB}"/>
              </a:ext>
            </a:extLst>
          </p:cNvPr>
          <p:cNvPicPr>
            <a:picLocks noChangeAspect="1"/>
          </p:cNvPicPr>
          <p:nvPr/>
        </p:nvPicPr>
        <p:blipFill>
          <a:blip r:embed="rId2"/>
          <a:stretch>
            <a:fillRect/>
          </a:stretch>
        </p:blipFill>
        <p:spPr>
          <a:xfrm>
            <a:off x="1337898" y="0"/>
            <a:ext cx="9516204" cy="6858000"/>
          </a:xfrm>
          <a:prstGeom prst="rect">
            <a:avLst/>
          </a:prstGeom>
        </p:spPr>
      </p:pic>
    </p:spTree>
    <p:extLst>
      <p:ext uri="{BB962C8B-B14F-4D97-AF65-F5344CB8AC3E}">
        <p14:creationId xmlns:p14="http://schemas.microsoft.com/office/powerpoint/2010/main" val="19813936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1D244C-7F30-0F0B-3913-0A56FC57165F}"/>
              </a:ext>
            </a:extLst>
          </p:cNvPr>
          <p:cNvSpPr>
            <a:spLocks noGrp="1"/>
          </p:cNvSpPr>
          <p:nvPr>
            <p:ph type="dt" sz="half" idx="10"/>
          </p:nvPr>
        </p:nvSpPr>
        <p:spPr/>
        <p:txBody>
          <a:bodyPr/>
          <a:lstStyle/>
          <a:p>
            <a:fld id="{A934C17D-D73B-4961-81C1-979E0B41C6F8}" type="datetime1">
              <a:rPr lang="en-US" smtClean="0"/>
              <a:t>11/24/2025</a:t>
            </a:fld>
            <a:endParaRPr lang="en-US"/>
          </a:p>
        </p:txBody>
      </p:sp>
      <p:sp>
        <p:nvSpPr>
          <p:cNvPr id="3" name="Footer Placeholder 2">
            <a:extLst>
              <a:ext uri="{FF2B5EF4-FFF2-40B4-BE49-F238E27FC236}">
                <a16:creationId xmlns:a16="http://schemas.microsoft.com/office/drawing/2014/main" id="{DC5D19C8-A852-ECCB-71C6-20F4F88CB73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5A091FB-D061-CBA6-717A-6D95DA5A6B9D}"/>
              </a:ext>
            </a:extLst>
          </p:cNvPr>
          <p:cNvSpPr>
            <a:spLocks noGrp="1"/>
          </p:cNvSpPr>
          <p:nvPr>
            <p:ph type="sldNum" sz="quarter" idx="12"/>
          </p:nvPr>
        </p:nvSpPr>
        <p:spPr/>
        <p:txBody>
          <a:bodyPr/>
          <a:lstStyle/>
          <a:p>
            <a:fld id="{A65A5C87-DF58-40C8-B092-1DE63DB4547E}" type="slidenum">
              <a:rPr lang="en-US" smtClean="0"/>
              <a:t>11</a:t>
            </a:fld>
            <a:endParaRPr lang="en-US"/>
          </a:p>
        </p:txBody>
      </p:sp>
      <p:pic>
        <p:nvPicPr>
          <p:cNvPr id="6" name="Picture 5">
            <a:extLst>
              <a:ext uri="{FF2B5EF4-FFF2-40B4-BE49-F238E27FC236}">
                <a16:creationId xmlns:a16="http://schemas.microsoft.com/office/drawing/2014/main" id="{8B491C06-B283-EB6D-B44C-E60A24C5BFBC}"/>
              </a:ext>
            </a:extLst>
          </p:cNvPr>
          <p:cNvPicPr>
            <a:picLocks noChangeAspect="1"/>
          </p:cNvPicPr>
          <p:nvPr/>
        </p:nvPicPr>
        <p:blipFill>
          <a:blip r:embed="rId2"/>
          <a:stretch>
            <a:fillRect/>
          </a:stretch>
        </p:blipFill>
        <p:spPr>
          <a:xfrm>
            <a:off x="404713" y="0"/>
            <a:ext cx="11382573" cy="6858000"/>
          </a:xfrm>
          <a:prstGeom prst="rect">
            <a:avLst/>
          </a:prstGeom>
        </p:spPr>
      </p:pic>
    </p:spTree>
    <p:extLst>
      <p:ext uri="{BB962C8B-B14F-4D97-AF65-F5344CB8AC3E}">
        <p14:creationId xmlns:p14="http://schemas.microsoft.com/office/powerpoint/2010/main" val="8288010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A27C2-D8BC-F24B-8020-E7E4540AAE9A}"/>
              </a:ext>
            </a:extLst>
          </p:cNvPr>
          <p:cNvSpPr>
            <a:spLocks noGrp="1"/>
          </p:cNvSpPr>
          <p:nvPr>
            <p:ph type="ctrTitle"/>
          </p:nvPr>
        </p:nvSpPr>
        <p:spPr/>
        <p:txBody>
          <a:bodyPr/>
          <a:lstStyle/>
          <a:p>
            <a:r>
              <a:rPr lang="en-US" dirty="0">
                <a:solidFill>
                  <a:schemeClr val="bg1"/>
                </a:solidFill>
              </a:rPr>
              <a:t>Alternative Analysis of Visualizations</a:t>
            </a:r>
          </a:p>
        </p:txBody>
      </p:sp>
    </p:spTree>
    <p:extLst>
      <p:ext uri="{BB962C8B-B14F-4D97-AF65-F5344CB8AC3E}">
        <p14:creationId xmlns:p14="http://schemas.microsoft.com/office/powerpoint/2010/main" val="24621376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3431425-34AE-A168-7F68-B9E25A8ADC6D}"/>
              </a:ext>
            </a:extLst>
          </p:cNvPr>
          <p:cNvSpPr>
            <a:spLocks noGrp="1"/>
          </p:cNvSpPr>
          <p:nvPr>
            <p:ph type="title"/>
          </p:nvPr>
        </p:nvSpPr>
        <p:spPr/>
        <p:txBody>
          <a:bodyPr/>
          <a:lstStyle/>
          <a:p>
            <a:r>
              <a:rPr lang="en-US"/>
              <a:t>Visualization Alternative A - Hermes</a:t>
            </a:r>
          </a:p>
        </p:txBody>
      </p:sp>
      <p:sp>
        <p:nvSpPr>
          <p:cNvPr id="7" name="Slide Number Placeholder 6">
            <a:extLst>
              <a:ext uri="{FF2B5EF4-FFF2-40B4-BE49-F238E27FC236}">
                <a16:creationId xmlns:a16="http://schemas.microsoft.com/office/drawing/2014/main" id="{C43A46CB-DEFE-A3D9-A01D-E51E3F3B0A3A}"/>
              </a:ext>
            </a:extLst>
          </p:cNvPr>
          <p:cNvSpPr>
            <a:spLocks noGrp="1"/>
          </p:cNvSpPr>
          <p:nvPr>
            <p:ph type="sldNum" sz="quarter" idx="12"/>
          </p:nvPr>
        </p:nvSpPr>
        <p:spPr/>
        <p:txBody>
          <a:bodyPr/>
          <a:lstStyle/>
          <a:p>
            <a:fld id="{A49DFD55-3C28-40EF-9E31-A92D2E4017FF}" type="slidenum">
              <a:rPr lang="en-US" smtClean="0"/>
              <a:pPr/>
              <a:t>13</a:t>
            </a:fld>
            <a:endParaRPr lang="en-US"/>
          </a:p>
        </p:txBody>
      </p:sp>
      <p:pic>
        <p:nvPicPr>
          <p:cNvPr id="11" name="Picture 10">
            <a:extLst>
              <a:ext uri="{FF2B5EF4-FFF2-40B4-BE49-F238E27FC236}">
                <a16:creationId xmlns:a16="http://schemas.microsoft.com/office/drawing/2014/main" id="{D1BBC101-33FA-C2BD-2863-992FBB8D848A}"/>
              </a:ext>
            </a:extLst>
          </p:cNvPr>
          <p:cNvPicPr>
            <a:picLocks noChangeAspect="1"/>
          </p:cNvPicPr>
          <p:nvPr/>
        </p:nvPicPr>
        <p:blipFill>
          <a:blip r:embed="rId2"/>
          <a:stretch>
            <a:fillRect/>
          </a:stretch>
        </p:blipFill>
        <p:spPr>
          <a:xfrm>
            <a:off x="6096000" y="1702494"/>
            <a:ext cx="5485751" cy="4836417"/>
          </a:xfrm>
          <a:prstGeom prst="rect">
            <a:avLst/>
          </a:prstGeom>
        </p:spPr>
      </p:pic>
      <p:sp>
        <p:nvSpPr>
          <p:cNvPr id="12" name="TextBox 11">
            <a:extLst>
              <a:ext uri="{FF2B5EF4-FFF2-40B4-BE49-F238E27FC236}">
                <a16:creationId xmlns:a16="http://schemas.microsoft.com/office/drawing/2014/main" id="{899EAD4F-09DF-B467-9ED4-24AF986B27B3}"/>
              </a:ext>
            </a:extLst>
          </p:cNvPr>
          <p:cNvSpPr txBox="1"/>
          <p:nvPr/>
        </p:nvSpPr>
        <p:spPr>
          <a:xfrm>
            <a:off x="2517058" y="2054942"/>
            <a:ext cx="3687097" cy="2308324"/>
          </a:xfrm>
          <a:prstGeom prst="rect">
            <a:avLst/>
          </a:prstGeom>
          <a:noFill/>
        </p:spPr>
        <p:txBody>
          <a:bodyPr wrap="square" rtlCol="0">
            <a:spAutoFit/>
          </a:bodyPr>
          <a:lstStyle/>
          <a:p>
            <a:r>
              <a:rPr lang="en-US" b="1"/>
              <a:t>Elements</a:t>
            </a:r>
          </a:p>
          <a:p>
            <a:pPr marL="285750" indent="-285750">
              <a:buFont typeface="Arial" panose="020B0604020202020204" pitchFamily="34" charset="0"/>
              <a:buChar char="•"/>
            </a:pPr>
            <a:r>
              <a:rPr lang="en-US"/>
              <a:t>State choropleth map</a:t>
            </a:r>
          </a:p>
          <a:p>
            <a:pPr marL="285750" indent="-285750">
              <a:buFont typeface="Arial" panose="020B0604020202020204" pitchFamily="34" charset="0"/>
              <a:buChar char="•"/>
            </a:pPr>
            <a:r>
              <a:rPr lang="en-US"/>
              <a:t>Color-coded counties by RIR (Rent-to-income Ratio)</a:t>
            </a:r>
          </a:p>
          <a:p>
            <a:pPr marL="285750" indent="-285750">
              <a:buFont typeface="Arial" panose="020B0604020202020204" pitchFamily="34" charset="0"/>
              <a:buChar char="•"/>
            </a:pPr>
            <a:r>
              <a:rPr lang="en-US"/>
              <a:t>County-coded ‘hover over’ Tooltip</a:t>
            </a:r>
          </a:p>
          <a:p>
            <a:pPr marL="285750" indent="-285750">
              <a:buFont typeface="Arial" panose="020B0604020202020204" pitchFamily="34" charset="0"/>
              <a:buChar char="•"/>
            </a:pPr>
            <a:r>
              <a:rPr lang="en-US"/>
              <a:t>Tooltip shows county’s median rents per rental type</a:t>
            </a:r>
          </a:p>
        </p:txBody>
      </p:sp>
    </p:spTree>
    <p:extLst>
      <p:ext uri="{BB962C8B-B14F-4D97-AF65-F5344CB8AC3E}">
        <p14:creationId xmlns:p14="http://schemas.microsoft.com/office/powerpoint/2010/main" val="27004063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7D0EE-63C4-3C90-A3CC-612F1B0BD9E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A37D935-A9AC-BA84-FE36-13045B913077}"/>
              </a:ext>
            </a:extLst>
          </p:cNvPr>
          <p:cNvSpPr>
            <a:spLocks noGrp="1"/>
          </p:cNvSpPr>
          <p:nvPr>
            <p:ph type="title"/>
          </p:nvPr>
        </p:nvSpPr>
        <p:spPr/>
        <p:txBody>
          <a:bodyPr/>
          <a:lstStyle/>
          <a:p>
            <a:r>
              <a:rPr lang="en-US"/>
              <a:t>Visualization Alternative B - Hermes</a:t>
            </a:r>
          </a:p>
        </p:txBody>
      </p:sp>
      <p:sp>
        <p:nvSpPr>
          <p:cNvPr id="7" name="Slide Number Placeholder 6">
            <a:extLst>
              <a:ext uri="{FF2B5EF4-FFF2-40B4-BE49-F238E27FC236}">
                <a16:creationId xmlns:a16="http://schemas.microsoft.com/office/drawing/2014/main" id="{88770090-413C-CBF8-F15A-1EF52D33DD16}"/>
              </a:ext>
            </a:extLst>
          </p:cNvPr>
          <p:cNvSpPr>
            <a:spLocks noGrp="1"/>
          </p:cNvSpPr>
          <p:nvPr>
            <p:ph type="sldNum" sz="quarter" idx="12"/>
          </p:nvPr>
        </p:nvSpPr>
        <p:spPr/>
        <p:txBody>
          <a:bodyPr/>
          <a:lstStyle/>
          <a:p>
            <a:fld id="{A49DFD55-3C28-40EF-9E31-A92D2E4017FF}" type="slidenum">
              <a:rPr lang="en-US" smtClean="0"/>
              <a:pPr/>
              <a:t>14</a:t>
            </a:fld>
            <a:endParaRPr lang="en-US"/>
          </a:p>
        </p:txBody>
      </p:sp>
      <p:pic>
        <p:nvPicPr>
          <p:cNvPr id="3" name="Picture 2">
            <a:extLst>
              <a:ext uri="{FF2B5EF4-FFF2-40B4-BE49-F238E27FC236}">
                <a16:creationId xmlns:a16="http://schemas.microsoft.com/office/drawing/2014/main" id="{6978EEEA-FC24-A94E-6CD0-0AB690137EB1}"/>
              </a:ext>
            </a:extLst>
          </p:cNvPr>
          <p:cNvPicPr>
            <a:picLocks noChangeAspect="1"/>
          </p:cNvPicPr>
          <p:nvPr/>
        </p:nvPicPr>
        <p:blipFill>
          <a:blip r:embed="rId2"/>
          <a:stretch>
            <a:fillRect/>
          </a:stretch>
        </p:blipFill>
        <p:spPr>
          <a:xfrm>
            <a:off x="6280355" y="1679113"/>
            <a:ext cx="4586771" cy="4169075"/>
          </a:xfrm>
          <a:prstGeom prst="rect">
            <a:avLst/>
          </a:prstGeom>
        </p:spPr>
      </p:pic>
      <p:sp>
        <p:nvSpPr>
          <p:cNvPr id="4" name="TextBox 3">
            <a:extLst>
              <a:ext uri="{FF2B5EF4-FFF2-40B4-BE49-F238E27FC236}">
                <a16:creationId xmlns:a16="http://schemas.microsoft.com/office/drawing/2014/main" id="{5225B1B4-AB50-885C-CAB4-AA38BF71C436}"/>
              </a:ext>
            </a:extLst>
          </p:cNvPr>
          <p:cNvSpPr txBox="1"/>
          <p:nvPr/>
        </p:nvSpPr>
        <p:spPr>
          <a:xfrm>
            <a:off x="2517058" y="2054942"/>
            <a:ext cx="3687097" cy="3970318"/>
          </a:xfrm>
          <a:prstGeom prst="rect">
            <a:avLst/>
          </a:prstGeom>
          <a:noFill/>
        </p:spPr>
        <p:txBody>
          <a:bodyPr wrap="square" rtlCol="0">
            <a:spAutoFit/>
          </a:bodyPr>
          <a:lstStyle/>
          <a:p>
            <a:r>
              <a:rPr lang="en-US" b="1"/>
              <a:t>Elements</a:t>
            </a:r>
          </a:p>
          <a:p>
            <a:pPr marL="285750" indent="-285750">
              <a:buFont typeface="Arial" panose="020B0604020202020204" pitchFamily="34" charset="0"/>
              <a:buChar char="•"/>
            </a:pPr>
            <a:r>
              <a:rPr lang="en-US"/>
              <a:t>State choropleth map</a:t>
            </a:r>
          </a:p>
          <a:p>
            <a:pPr marL="285750" indent="-285750">
              <a:buFont typeface="Arial" panose="020B0604020202020204" pitchFamily="34" charset="0"/>
              <a:buChar char="•"/>
            </a:pPr>
            <a:r>
              <a:rPr lang="en-US"/>
              <a:t>Focused on selected rental type (studio, 1 bdr, 2, bdr….)</a:t>
            </a:r>
          </a:p>
          <a:p>
            <a:pPr marL="285750" indent="-285750">
              <a:buFont typeface="Arial" panose="020B0604020202020204" pitchFamily="34" charset="0"/>
              <a:buChar char="•"/>
            </a:pPr>
            <a:r>
              <a:rPr lang="en-US"/>
              <a:t>Color-coded counties by RIR (Rent-to-income Ratio) for the selected rental type</a:t>
            </a:r>
          </a:p>
          <a:p>
            <a:pPr marL="285750" indent="-285750">
              <a:buFont typeface="Arial" panose="020B0604020202020204" pitchFamily="34" charset="0"/>
              <a:buChar char="•"/>
            </a:pPr>
            <a:r>
              <a:rPr lang="en-US"/>
              <a:t>Dial for selecting maximum rent willing to pay for rental type</a:t>
            </a:r>
          </a:p>
          <a:p>
            <a:pPr marL="285750" indent="-285750">
              <a:buFont typeface="Arial" panose="020B0604020202020204" pitchFamily="34" charset="0"/>
              <a:buChar char="•"/>
            </a:pPr>
            <a:r>
              <a:rPr lang="en-US"/>
              <a:t>County-coded ‘hover over’ Tooltip</a:t>
            </a:r>
          </a:p>
          <a:p>
            <a:pPr marL="285750" indent="-285750">
              <a:buFont typeface="Arial" panose="020B0604020202020204" pitchFamily="34" charset="0"/>
              <a:buChar char="•"/>
            </a:pPr>
            <a:r>
              <a:rPr lang="en-US"/>
              <a:t>Tooltip shows county’s median rents per rental type</a:t>
            </a:r>
          </a:p>
        </p:txBody>
      </p:sp>
    </p:spTree>
    <p:extLst>
      <p:ext uri="{BB962C8B-B14F-4D97-AF65-F5344CB8AC3E}">
        <p14:creationId xmlns:p14="http://schemas.microsoft.com/office/powerpoint/2010/main" val="39586013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A726B-4095-7C54-2A17-18A59BF45E2B}"/>
              </a:ext>
            </a:extLst>
          </p:cNvPr>
          <p:cNvSpPr>
            <a:spLocks noGrp="1"/>
          </p:cNvSpPr>
          <p:nvPr>
            <p:ph type="title"/>
          </p:nvPr>
        </p:nvSpPr>
        <p:spPr>
          <a:xfrm>
            <a:off x="1322318" y="175537"/>
            <a:ext cx="7516882" cy="1227798"/>
          </a:xfrm>
        </p:spPr>
        <p:txBody>
          <a:bodyPr/>
          <a:lstStyle/>
          <a:p>
            <a:r>
              <a:rPr lang="en-US" dirty="0"/>
              <a:t>Application of Visualization Principles</a:t>
            </a:r>
          </a:p>
        </p:txBody>
      </p:sp>
      <p:sp>
        <p:nvSpPr>
          <p:cNvPr id="3" name="Content Placeholder 2">
            <a:extLst>
              <a:ext uri="{FF2B5EF4-FFF2-40B4-BE49-F238E27FC236}">
                <a16:creationId xmlns:a16="http://schemas.microsoft.com/office/drawing/2014/main" id="{ECCFBB79-1C94-739C-5AD6-9AE4AB49A6F9}"/>
              </a:ext>
            </a:extLst>
          </p:cNvPr>
          <p:cNvSpPr>
            <a:spLocks noGrp="1"/>
          </p:cNvSpPr>
          <p:nvPr>
            <p:ph sz="half" idx="2"/>
          </p:nvPr>
        </p:nvSpPr>
        <p:spPr>
          <a:xfrm>
            <a:off x="1322318" y="1535169"/>
            <a:ext cx="5159868" cy="4668986"/>
          </a:xfrm>
        </p:spPr>
        <p:txBody>
          <a:bodyPr vert="horz" lIns="91440" tIns="45720" rIns="91440" bIns="45720" rtlCol="0" anchor="t">
            <a:normAutofit fontScale="92500" lnSpcReduction="10000"/>
          </a:bodyPr>
          <a:lstStyle/>
          <a:p>
            <a:pPr marL="285750" indent="-285750">
              <a:buFont typeface="Arial" panose="020B0604020202020204" pitchFamily="34" charset="0"/>
              <a:buChar char="•"/>
            </a:pPr>
            <a:r>
              <a:rPr lang="en-US" sz="1700" dirty="0"/>
              <a:t>Information Visualization</a:t>
            </a:r>
          </a:p>
          <a:p>
            <a:pPr marL="569214" lvl="1"/>
            <a:r>
              <a:rPr lang="en-US" sz="1700" dirty="0"/>
              <a:t>Discovery</a:t>
            </a:r>
          </a:p>
          <a:p>
            <a:pPr marL="569214" lvl="1"/>
            <a:r>
              <a:rPr lang="en-US" sz="1700" dirty="0"/>
              <a:t>Decision-making</a:t>
            </a:r>
          </a:p>
          <a:p>
            <a:pPr marL="569214" lvl="1"/>
            <a:r>
              <a:rPr lang="en-US" sz="1700" dirty="0"/>
              <a:t>Learning and </a:t>
            </a:r>
          </a:p>
          <a:p>
            <a:pPr marL="569214" lvl="1"/>
            <a:r>
              <a:rPr lang="en-US" sz="1700" dirty="0"/>
              <a:t>Presentation</a:t>
            </a:r>
          </a:p>
          <a:p>
            <a:pPr marL="285750" indent="-285750">
              <a:buFont typeface="Arial" panose="020B0604020202020204" pitchFamily="34" charset="0"/>
              <a:buChar char="•"/>
            </a:pPr>
            <a:r>
              <a:rPr lang="en-US" sz="1700" dirty="0"/>
              <a:t>Visualization Process</a:t>
            </a:r>
          </a:p>
          <a:p>
            <a:pPr marL="569214" lvl="1"/>
            <a:r>
              <a:rPr lang="en-US" sz="1700" dirty="0"/>
              <a:t>Representation (encoding)</a:t>
            </a:r>
          </a:p>
          <a:p>
            <a:pPr marL="569214" lvl="1"/>
            <a:r>
              <a:rPr lang="en-US" sz="1700" dirty="0"/>
              <a:t>Presentation (selection)</a:t>
            </a:r>
          </a:p>
          <a:p>
            <a:pPr marL="569214" lvl="1"/>
            <a:r>
              <a:rPr lang="en-US" sz="1700" dirty="0"/>
              <a:t>Interaction (navigation)</a:t>
            </a:r>
          </a:p>
          <a:p>
            <a:pPr marL="569214" lvl="1"/>
            <a:r>
              <a:rPr lang="en-US" sz="1700" dirty="0"/>
              <a:t>Human Performance (perception)</a:t>
            </a:r>
          </a:p>
          <a:p>
            <a:pPr marL="285750" indent="-285750">
              <a:buFont typeface="Arial" panose="020B0604020202020204" pitchFamily="34" charset="0"/>
              <a:buChar char="•"/>
            </a:pPr>
            <a:r>
              <a:rPr lang="en-US" sz="1700" dirty="0"/>
              <a:t>Gestalt Psychology</a:t>
            </a:r>
          </a:p>
          <a:p>
            <a:pPr marL="568960" lvl="1"/>
            <a:r>
              <a:rPr lang="en-US" sz="1700" dirty="0"/>
              <a:t>Proximity</a:t>
            </a:r>
          </a:p>
          <a:p>
            <a:pPr marL="568960" lvl="1"/>
            <a:r>
              <a:rPr lang="en-US" sz="1700" dirty="0"/>
              <a:t>Similarity</a:t>
            </a:r>
          </a:p>
          <a:p>
            <a:pPr marL="569214" lvl="1"/>
            <a:endParaRPr lang="en-US" sz="2100" dirty="0"/>
          </a:p>
          <a:p>
            <a:endParaRPr lang="en-US" sz="2600" dirty="0"/>
          </a:p>
          <a:p>
            <a:endParaRPr lang="en-US" dirty="0"/>
          </a:p>
          <a:p>
            <a:endParaRPr lang="en-US" dirty="0"/>
          </a:p>
          <a:p>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3AEBFB29-12DF-B8CB-9888-0B55EE5A9607}"/>
              </a:ext>
            </a:extLst>
          </p:cNvPr>
          <p:cNvSpPr>
            <a:spLocks noGrp="1"/>
          </p:cNvSpPr>
          <p:nvPr>
            <p:ph type="sldNum" sz="quarter" idx="12"/>
          </p:nvPr>
        </p:nvSpPr>
        <p:spPr/>
        <p:txBody>
          <a:bodyPr/>
          <a:lstStyle/>
          <a:p>
            <a:fld id="{A49DFD55-3C28-40EF-9E31-A92D2E4017FF}" type="slidenum">
              <a:rPr lang="en-US" smtClean="0"/>
              <a:pPr/>
              <a:t>15</a:t>
            </a:fld>
            <a:endParaRPr lang="en-US"/>
          </a:p>
        </p:txBody>
      </p:sp>
      <p:sp>
        <p:nvSpPr>
          <p:cNvPr id="8" name="Content Placeholder 2">
            <a:extLst>
              <a:ext uri="{FF2B5EF4-FFF2-40B4-BE49-F238E27FC236}">
                <a16:creationId xmlns:a16="http://schemas.microsoft.com/office/drawing/2014/main" id="{3AED7EB0-799E-5D53-22A5-D14AFA5D5157}"/>
              </a:ext>
            </a:extLst>
          </p:cNvPr>
          <p:cNvSpPr txBox="1">
            <a:spLocks/>
          </p:cNvSpPr>
          <p:nvPr/>
        </p:nvSpPr>
        <p:spPr>
          <a:xfrm>
            <a:off x="6209795" y="1535169"/>
            <a:ext cx="5151107" cy="5054471"/>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Arial" panose="020B0604020202020204" pitchFamily="34" charset="0"/>
              <a:buNone/>
              <a:defRPr sz="1800" b="1" kern="1200" spc="50" baseline="0">
                <a:solidFill>
                  <a:schemeClr val="tx1"/>
                </a:solidFill>
                <a:latin typeface="+mn-lt"/>
                <a:ea typeface="+mn-ea"/>
                <a:cs typeface="+mn-cs"/>
              </a:defRPr>
            </a:lvl1pPr>
            <a:lvl2pPr marL="283464"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2pPr>
            <a:lvl3pPr marL="566928"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3pPr>
            <a:lvl4pPr marL="859536"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4pPr>
            <a:lvl5pPr marL="1143000" indent="-285750" algn="l" defTabSz="914400" rtl="0" eaLnBrk="1" latinLnBrk="0" hangingPunct="1">
              <a:lnSpc>
                <a:spcPct val="100000"/>
              </a:lnSpc>
              <a:spcBef>
                <a:spcPts val="1000"/>
              </a:spcBef>
              <a:buFont typeface="Arial" panose="020B0604020202020204" pitchFamily="34" charset="0"/>
              <a:buChar char="•"/>
              <a:defRPr sz="1800" kern="1200" spc="5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buFont typeface="Arial" panose="020B0604020202020204" pitchFamily="34" charset="0"/>
              <a:buChar char="•"/>
            </a:pPr>
            <a:r>
              <a:rPr lang="en-US" sz="1600" dirty="0">
                <a:cs typeface="Arial"/>
              </a:rPr>
              <a:t>Tufte Principles of Graphical Excellence</a:t>
            </a:r>
          </a:p>
          <a:p>
            <a:pPr marL="568960" lvl="1"/>
            <a:r>
              <a:rPr lang="en-US" sz="1600" dirty="0">
                <a:cs typeface="Arial"/>
              </a:rPr>
              <a:t>Maximize data-ink ratio</a:t>
            </a:r>
          </a:p>
          <a:p>
            <a:pPr marL="568960" lvl="1"/>
            <a:r>
              <a:rPr lang="en-US" sz="1600" dirty="0">
                <a:cs typeface="Arial"/>
              </a:rPr>
              <a:t>Avoid Chart junk</a:t>
            </a:r>
          </a:p>
          <a:p>
            <a:pPr marL="342900" indent="-342900">
              <a:buFont typeface="Arial" panose="020B0604020202020204" pitchFamily="34" charset="0"/>
              <a:buChar char="•"/>
            </a:pPr>
            <a:r>
              <a:rPr lang="en-US" sz="1600" dirty="0"/>
              <a:t>Schneiderman’s Mantra</a:t>
            </a:r>
          </a:p>
          <a:p>
            <a:pPr marL="626110" lvl="1" indent="-342900"/>
            <a:r>
              <a:rPr lang="en-US" sz="1600" dirty="0"/>
              <a:t>Overview first</a:t>
            </a:r>
          </a:p>
          <a:p>
            <a:pPr marL="626110" lvl="1" indent="-342900"/>
            <a:r>
              <a:rPr lang="en-US" sz="1600" dirty="0"/>
              <a:t>Zoom and filter</a:t>
            </a:r>
          </a:p>
          <a:p>
            <a:pPr marL="626110" lvl="1" indent="-342900"/>
            <a:r>
              <a:rPr lang="en-US" sz="1600" dirty="0"/>
              <a:t>Details on demand.</a:t>
            </a:r>
          </a:p>
          <a:p>
            <a:pPr marL="283464" indent="-283464">
              <a:buFont typeface="Arial" panose="020B0604020202020204" pitchFamily="34" charset="0"/>
              <a:buChar char="•"/>
            </a:pPr>
            <a:r>
              <a:rPr lang="en-US" sz="1600" dirty="0"/>
              <a:t>Uni and Multidimensional data – Relevance</a:t>
            </a:r>
          </a:p>
          <a:p>
            <a:pPr marL="285750" indent="-285750">
              <a:buFont typeface="Arial" panose="020B0604020202020204" pitchFamily="34" charset="0"/>
              <a:buChar char="•"/>
            </a:pPr>
            <a:r>
              <a:rPr lang="en-US" sz="1600" dirty="0"/>
              <a:t>Large data sets visualization</a:t>
            </a:r>
          </a:p>
          <a:p>
            <a:pPr marL="568960" lvl="1"/>
            <a:r>
              <a:rPr lang="en-US" sz="1600" dirty="0"/>
              <a:t>Focus</a:t>
            </a:r>
          </a:p>
          <a:p>
            <a:pPr marL="568960" lvl="1"/>
            <a:r>
              <a:rPr lang="en-US" sz="1600" dirty="0"/>
              <a:t>Context</a:t>
            </a:r>
          </a:p>
          <a:p>
            <a:endParaRPr lang="en-US" sz="1600" dirty="0"/>
          </a:p>
          <a:p>
            <a:endParaRPr lang="en-US" dirty="0"/>
          </a:p>
        </p:txBody>
      </p:sp>
    </p:spTree>
    <p:extLst>
      <p:ext uri="{BB962C8B-B14F-4D97-AF65-F5344CB8AC3E}">
        <p14:creationId xmlns:p14="http://schemas.microsoft.com/office/powerpoint/2010/main" val="41071809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D5EB0B-A553-E92D-F4F0-E81FB65A4D24}"/>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33866D56-F682-14AF-B2D4-F2C4B66AA34E}"/>
              </a:ext>
            </a:extLst>
          </p:cNvPr>
          <p:cNvSpPr/>
          <p:nvPr/>
        </p:nvSpPr>
        <p:spPr>
          <a:xfrm>
            <a:off x="2802531" y="2795404"/>
            <a:ext cx="4081744" cy="2278041"/>
          </a:xfrm>
          <a:prstGeom prst="rect">
            <a:avLst/>
          </a:prstGeom>
          <a:solidFill>
            <a:schemeClr val="accent1">
              <a:lumMod val="60000"/>
              <a:lumOff val="40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63199A2-A35C-34E1-5BAA-9247A6213045}"/>
              </a:ext>
            </a:extLst>
          </p:cNvPr>
          <p:cNvSpPr>
            <a:spLocks noGrp="1"/>
          </p:cNvSpPr>
          <p:nvPr>
            <p:ph type="title"/>
          </p:nvPr>
        </p:nvSpPr>
        <p:spPr/>
        <p:txBody>
          <a:bodyPr/>
          <a:lstStyle/>
          <a:p>
            <a:r>
              <a:rPr lang="en-US" dirty="0">
                <a:solidFill>
                  <a:schemeClr val="bg1"/>
                </a:solidFill>
              </a:rPr>
              <a:t>Analysis of Visualization Alternatives</a:t>
            </a:r>
            <a:endParaRPr lang="en-US" dirty="0">
              <a:solidFill>
                <a:schemeClr val="bg1"/>
              </a:solidFill>
              <a:ea typeface="Calibri Light"/>
              <a:cs typeface="Calibri Light"/>
            </a:endParaRPr>
          </a:p>
        </p:txBody>
      </p:sp>
      <p:sp>
        <p:nvSpPr>
          <p:cNvPr id="5" name="Text Placeholder 4">
            <a:extLst>
              <a:ext uri="{FF2B5EF4-FFF2-40B4-BE49-F238E27FC236}">
                <a16:creationId xmlns:a16="http://schemas.microsoft.com/office/drawing/2014/main" id="{FD70B852-858F-53DA-D5C7-29E9EFA32230}"/>
              </a:ext>
            </a:extLst>
          </p:cNvPr>
          <p:cNvSpPr>
            <a:spLocks noGrp="1"/>
          </p:cNvSpPr>
          <p:nvPr>
            <p:ph type="body" idx="1"/>
          </p:nvPr>
        </p:nvSpPr>
        <p:spPr/>
        <p:txBody>
          <a:bodyPr/>
          <a:lstStyle/>
          <a:p>
            <a:pPr algn="ctr"/>
            <a:r>
              <a:rPr lang="en-US">
                <a:solidFill>
                  <a:schemeClr val="accent3">
                    <a:lumMod val="75000"/>
                  </a:schemeClr>
                </a:solidFill>
              </a:rPr>
              <a:t>Alternative A</a:t>
            </a:r>
          </a:p>
        </p:txBody>
      </p:sp>
      <p:sp>
        <p:nvSpPr>
          <p:cNvPr id="7" name="Content Placeholder 6">
            <a:extLst>
              <a:ext uri="{FF2B5EF4-FFF2-40B4-BE49-F238E27FC236}">
                <a16:creationId xmlns:a16="http://schemas.microsoft.com/office/drawing/2014/main" id="{48E02D1F-5CD5-3964-0B2B-09F3AFA4C09C}"/>
              </a:ext>
            </a:extLst>
          </p:cNvPr>
          <p:cNvSpPr>
            <a:spLocks noGrp="1"/>
          </p:cNvSpPr>
          <p:nvPr>
            <p:ph sz="half" idx="13"/>
          </p:nvPr>
        </p:nvSpPr>
        <p:spPr>
          <a:xfrm>
            <a:off x="2933700" y="3111458"/>
            <a:ext cx="3943627" cy="3234264"/>
          </a:xfrm>
        </p:spPr>
        <p:txBody>
          <a:bodyPr>
            <a:normAutofit/>
          </a:bodyPr>
          <a:lstStyle/>
          <a:p>
            <a:r>
              <a:rPr lang="en-US" b="1">
                <a:solidFill>
                  <a:schemeClr val="accent3">
                    <a:lumMod val="75000"/>
                  </a:schemeClr>
                </a:solidFill>
              </a:rPr>
              <a:t>Pros:</a:t>
            </a:r>
          </a:p>
          <a:p>
            <a:pPr marL="285750" indent="-285750">
              <a:buFont typeface="Arial" panose="020B0604020202020204" pitchFamily="34" charset="0"/>
              <a:buChar char="•"/>
            </a:pPr>
            <a:r>
              <a:rPr lang="en-US">
                <a:solidFill>
                  <a:schemeClr val="accent3">
                    <a:lumMod val="75000"/>
                  </a:schemeClr>
                </a:solidFill>
              </a:rPr>
              <a:t>Simple, straightforward</a:t>
            </a:r>
          </a:p>
          <a:p>
            <a:pPr marL="285750" indent="-285750">
              <a:buFont typeface="Arial" panose="020B0604020202020204" pitchFamily="34" charset="0"/>
              <a:buChar char="•"/>
            </a:pPr>
            <a:r>
              <a:rPr lang="en-US">
                <a:solidFill>
                  <a:schemeClr val="accent3">
                    <a:lumMod val="75000"/>
                  </a:schemeClr>
                </a:solidFill>
              </a:rPr>
              <a:t>Sufficient for proposed task</a:t>
            </a:r>
          </a:p>
          <a:p>
            <a:pPr marL="285750" indent="-285750">
              <a:buFont typeface="Arial" panose="020B0604020202020204" pitchFamily="34" charset="0"/>
              <a:buChar char="•"/>
            </a:pPr>
            <a:r>
              <a:rPr lang="en-US">
                <a:solidFill>
                  <a:schemeClr val="accent3">
                    <a:lumMod val="75000"/>
                  </a:schemeClr>
                </a:solidFill>
              </a:rPr>
              <a:t>Easier to implement</a:t>
            </a:r>
          </a:p>
          <a:p>
            <a:pPr marL="285750" indent="-285750">
              <a:buFont typeface="Arial" panose="020B0604020202020204" pitchFamily="34" charset="0"/>
              <a:buChar char="•"/>
            </a:pPr>
            <a:r>
              <a:rPr lang="en-US">
                <a:solidFill>
                  <a:schemeClr val="accent3">
                    <a:lumMod val="75000"/>
                  </a:schemeClr>
                </a:solidFill>
              </a:rPr>
              <a:t>Simpler for user to interact</a:t>
            </a:r>
          </a:p>
          <a:p>
            <a:r>
              <a:rPr lang="en-US" b="1"/>
              <a:t>Cons:</a:t>
            </a:r>
          </a:p>
          <a:p>
            <a:pPr marL="285750" indent="-285750">
              <a:buFont typeface="Arial" panose="020B0604020202020204" pitchFamily="34" charset="0"/>
              <a:buChar char="•"/>
            </a:pPr>
            <a:r>
              <a:rPr lang="en-US"/>
              <a:t>Less detailed control for user</a:t>
            </a:r>
          </a:p>
          <a:p>
            <a:endParaRPr lang="en-US"/>
          </a:p>
        </p:txBody>
      </p:sp>
      <p:sp>
        <p:nvSpPr>
          <p:cNvPr id="6" name="Text Placeholder 5">
            <a:extLst>
              <a:ext uri="{FF2B5EF4-FFF2-40B4-BE49-F238E27FC236}">
                <a16:creationId xmlns:a16="http://schemas.microsoft.com/office/drawing/2014/main" id="{582FF15D-ED19-C842-6D25-AD9ED1E98CA3}"/>
              </a:ext>
            </a:extLst>
          </p:cNvPr>
          <p:cNvSpPr>
            <a:spLocks noGrp="1"/>
          </p:cNvSpPr>
          <p:nvPr>
            <p:ph type="body" sz="quarter" idx="3"/>
          </p:nvPr>
        </p:nvSpPr>
        <p:spPr/>
        <p:txBody>
          <a:bodyPr/>
          <a:lstStyle/>
          <a:p>
            <a:pPr algn="ctr"/>
            <a:r>
              <a:rPr lang="en-US">
                <a:solidFill>
                  <a:srgbClr val="C00000"/>
                </a:solidFill>
              </a:rPr>
              <a:t>Alternative B</a:t>
            </a:r>
          </a:p>
        </p:txBody>
      </p:sp>
      <p:sp>
        <p:nvSpPr>
          <p:cNvPr id="8" name="Content Placeholder 7">
            <a:extLst>
              <a:ext uri="{FF2B5EF4-FFF2-40B4-BE49-F238E27FC236}">
                <a16:creationId xmlns:a16="http://schemas.microsoft.com/office/drawing/2014/main" id="{009538D8-297D-ADDF-57C1-0F3078B8440B}"/>
              </a:ext>
            </a:extLst>
          </p:cNvPr>
          <p:cNvSpPr>
            <a:spLocks noGrp="1"/>
          </p:cNvSpPr>
          <p:nvPr>
            <p:ph sz="half" idx="14"/>
          </p:nvPr>
        </p:nvSpPr>
        <p:spPr/>
        <p:txBody>
          <a:bodyPr/>
          <a:lstStyle/>
          <a:p>
            <a:r>
              <a:rPr lang="en-US" b="1" dirty="0"/>
              <a:t>Pros:</a:t>
            </a:r>
          </a:p>
          <a:p>
            <a:pPr marL="285750" indent="-285750">
              <a:buFont typeface="Arial" panose="020B0604020202020204" pitchFamily="34" charset="0"/>
              <a:buChar char="•"/>
            </a:pPr>
            <a:r>
              <a:rPr lang="en-US" dirty="0"/>
              <a:t>More detailed control for user</a:t>
            </a:r>
          </a:p>
          <a:p>
            <a:r>
              <a:rPr lang="en-US" b="1" dirty="0">
                <a:solidFill>
                  <a:srgbClr val="C00000"/>
                </a:solidFill>
              </a:rPr>
              <a:t>Cons:</a:t>
            </a:r>
          </a:p>
          <a:p>
            <a:pPr marL="285750" indent="-285750">
              <a:buFont typeface="Arial" panose="020B0604020202020204" pitchFamily="34" charset="0"/>
              <a:buChar char="•"/>
            </a:pPr>
            <a:r>
              <a:rPr lang="en-US" dirty="0">
                <a:solidFill>
                  <a:srgbClr val="C00000"/>
                </a:solidFill>
              </a:rPr>
              <a:t>Too many things to “click”</a:t>
            </a:r>
          </a:p>
          <a:p>
            <a:pPr marL="285750" indent="-285750">
              <a:buFont typeface="Arial" panose="020B0604020202020204" pitchFamily="34" charset="0"/>
              <a:buChar char="•"/>
            </a:pPr>
            <a:r>
              <a:rPr lang="en-US" dirty="0">
                <a:solidFill>
                  <a:srgbClr val="C00000"/>
                </a:solidFill>
              </a:rPr>
              <a:t>Harder for user to understand</a:t>
            </a:r>
          </a:p>
          <a:p>
            <a:pPr marL="285750" indent="-285750">
              <a:buFont typeface="Arial" panose="020B0604020202020204" pitchFamily="34" charset="0"/>
              <a:buChar char="•"/>
            </a:pPr>
            <a:r>
              <a:rPr lang="en-US" dirty="0">
                <a:solidFill>
                  <a:srgbClr val="C00000"/>
                </a:solidFill>
              </a:rPr>
              <a:t>More complex to implement</a:t>
            </a:r>
          </a:p>
          <a:p>
            <a:pPr marL="285750" indent="-285750">
              <a:buFont typeface="Arial" panose="020B0604020202020204" pitchFamily="34" charset="0"/>
              <a:buChar char="•"/>
            </a:pPr>
            <a:r>
              <a:rPr lang="en-US" dirty="0">
                <a:solidFill>
                  <a:srgbClr val="C00000"/>
                </a:solidFill>
              </a:rPr>
              <a:t>Overdone for the task at hand</a:t>
            </a:r>
          </a:p>
          <a:p>
            <a:endParaRPr lang="en-US" dirty="0"/>
          </a:p>
        </p:txBody>
      </p:sp>
      <p:sp>
        <p:nvSpPr>
          <p:cNvPr id="4" name="Slide Number Placeholder 3">
            <a:extLst>
              <a:ext uri="{FF2B5EF4-FFF2-40B4-BE49-F238E27FC236}">
                <a16:creationId xmlns:a16="http://schemas.microsoft.com/office/drawing/2014/main" id="{BF54E9B1-F23E-6C68-675E-2DEA51A3C04B}"/>
              </a:ext>
            </a:extLst>
          </p:cNvPr>
          <p:cNvSpPr>
            <a:spLocks noGrp="1"/>
          </p:cNvSpPr>
          <p:nvPr>
            <p:ph type="sldNum" sz="quarter" idx="12"/>
          </p:nvPr>
        </p:nvSpPr>
        <p:spPr/>
        <p:txBody>
          <a:bodyPr/>
          <a:lstStyle/>
          <a:p>
            <a:fld id="{A49DFD55-3C28-40EF-9E31-A92D2E4017FF}" type="slidenum">
              <a:rPr lang="en-US" smtClean="0"/>
              <a:pPr/>
              <a:t>16</a:t>
            </a:fld>
            <a:endParaRPr lang="en-US"/>
          </a:p>
        </p:txBody>
      </p:sp>
    </p:spTree>
    <p:extLst>
      <p:ext uri="{BB962C8B-B14F-4D97-AF65-F5344CB8AC3E}">
        <p14:creationId xmlns:p14="http://schemas.microsoft.com/office/powerpoint/2010/main" val="25272940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332B75-11A3-F1B6-1999-B077F64C67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5765A7-A30E-BEB0-0481-9D590915BA6F}"/>
              </a:ext>
            </a:extLst>
          </p:cNvPr>
          <p:cNvSpPr>
            <a:spLocks noGrp="1"/>
          </p:cNvSpPr>
          <p:nvPr>
            <p:ph type="ctrTitle"/>
          </p:nvPr>
        </p:nvSpPr>
        <p:spPr>
          <a:xfrm>
            <a:off x="6991350" y="487018"/>
            <a:ext cx="4503964" cy="3377354"/>
          </a:xfrm>
        </p:spPr>
        <p:txBody>
          <a:bodyPr/>
          <a:lstStyle/>
          <a:p>
            <a:r>
              <a:rPr lang="en-US" dirty="0">
                <a:solidFill>
                  <a:schemeClr val="bg1"/>
                </a:solidFill>
              </a:rPr>
              <a:t>Alternative Analysis of </a:t>
            </a:r>
            <a:br>
              <a:rPr lang="en-US" dirty="0">
                <a:solidFill>
                  <a:schemeClr val="bg1"/>
                </a:solidFill>
              </a:rPr>
            </a:br>
            <a:r>
              <a:rPr lang="en-US" dirty="0">
                <a:solidFill>
                  <a:schemeClr val="bg1"/>
                </a:solidFill>
              </a:rPr>
              <a:t>Visualization Tools</a:t>
            </a:r>
            <a:endParaRPr lang="en-US" dirty="0">
              <a:solidFill>
                <a:schemeClr val="bg1"/>
              </a:solidFill>
              <a:ea typeface="Calibri Light"/>
              <a:cs typeface="Calibri Light"/>
            </a:endParaRPr>
          </a:p>
        </p:txBody>
      </p:sp>
    </p:spTree>
    <p:extLst>
      <p:ext uri="{BB962C8B-B14F-4D97-AF65-F5344CB8AC3E}">
        <p14:creationId xmlns:p14="http://schemas.microsoft.com/office/powerpoint/2010/main" val="35164893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73467-AEFB-537A-DAA0-B01D1603664F}"/>
              </a:ext>
            </a:extLst>
          </p:cNvPr>
          <p:cNvSpPr>
            <a:spLocks noGrp="1"/>
          </p:cNvSpPr>
          <p:nvPr>
            <p:ph type="title"/>
          </p:nvPr>
        </p:nvSpPr>
        <p:spPr/>
        <p:txBody>
          <a:bodyPr/>
          <a:lstStyle/>
          <a:p>
            <a:r>
              <a:rPr lang="en-US" dirty="0"/>
              <a:t>Visualization Tool Alternatives</a:t>
            </a:r>
          </a:p>
        </p:txBody>
      </p:sp>
      <p:sp>
        <p:nvSpPr>
          <p:cNvPr id="3" name="Text Placeholder 2">
            <a:extLst>
              <a:ext uri="{FF2B5EF4-FFF2-40B4-BE49-F238E27FC236}">
                <a16:creationId xmlns:a16="http://schemas.microsoft.com/office/drawing/2014/main" id="{FCDA1AAF-F886-3B11-42F7-456281C1CAB4}"/>
              </a:ext>
            </a:extLst>
          </p:cNvPr>
          <p:cNvSpPr>
            <a:spLocks noGrp="1"/>
          </p:cNvSpPr>
          <p:nvPr>
            <p:ph type="body" idx="1"/>
          </p:nvPr>
        </p:nvSpPr>
        <p:spPr>
          <a:xfrm>
            <a:off x="1159361" y="1607033"/>
            <a:ext cx="4937760" cy="823912"/>
          </a:xfrm>
        </p:spPr>
        <p:txBody>
          <a:bodyPr/>
          <a:lstStyle/>
          <a:p>
            <a:r>
              <a:rPr lang="en-US"/>
              <a:t>Power BI</a:t>
            </a:r>
          </a:p>
        </p:txBody>
      </p:sp>
      <p:sp>
        <p:nvSpPr>
          <p:cNvPr id="9" name="Text Placeholder 8">
            <a:extLst>
              <a:ext uri="{FF2B5EF4-FFF2-40B4-BE49-F238E27FC236}">
                <a16:creationId xmlns:a16="http://schemas.microsoft.com/office/drawing/2014/main" id="{F5EBACC8-1380-0D4F-F689-DA73F5DAE5B6}"/>
              </a:ext>
            </a:extLst>
          </p:cNvPr>
          <p:cNvSpPr>
            <a:spLocks noGrp="1"/>
          </p:cNvSpPr>
          <p:nvPr>
            <p:ph type="body" sz="quarter" idx="3"/>
          </p:nvPr>
        </p:nvSpPr>
        <p:spPr>
          <a:xfrm>
            <a:off x="6345936" y="1563240"/>
            <a:ext cx="4937760" cy="823912"/>
          </a:xfrm>
        </p:spPr>
        <p:txBody>
          <a:bodyPr/>
          <a:lstStyle/>
          <a:p>
            <a:r>
              <a:rPr lang="en-US"/>
              <a:t>Tableau</a:t>
            </a:r>
          </a:p>
        </p:txBody>
      </p:sp>
      <p:sp>
        <p:nvSpPr>
          <p:cNvPr id="4" name="Slide Number Placeholder 3">
            <a:extLst>
              <a:ext uri="{FF2B5EF4-FFF2-40B4-BE49-F238E27FC236}">
                <a16:creationId xmlns:a16="http://schemas.microsoft.com/office/drawing/2014/main" id="{E8D28CC8-6993-4986-185C-8DE4817ABC14}"/>
              </a:ext>
            </a:extLst>
          </p:cNvPr>
          <p:cNvSpPr>
            <a:spLocks noGrp="1"/>
          </p:cNvSpPr>
          <p:nvPr>
            <p:ph type="sldNum" sz="quarter" idx="12"/>
          </p:nvPr>
        </p:nvSpPr>
        <p:spPr>
          <a:xfrm>
            <a:off x="8540496" y="6002388"/>
            <a:ext cx="2743200" cy="365125"/>
          </a:xfrm>
        </p:spPr>
        <p:txBody>
          <a:bodyPr/>
          <a:lstStyle/>
          <a:p>
            <a:fld id="{A49DFD55-3C28-40EF-9E31-A92D2E4017FF}" type="slidenum">
              <a:rPr lang="en-US" smtClean="0"/>
              <a:pPr/>
              <a:t>18</a:t>
            </a:fld>
            <a:endParaRPr lang="en-US"/>
          </a:p>
        </p:txBody>
      </p:sp>
      <p:pic>
        <p:nvPicPr>
          <p:cNvPr id="12" name="Picture 11">
            <a:extLst>
              <a:ext uri="{FF2B5EF4-FFF2-40B4-BE49-F238E27FC236}">
                <a16:creationId xmlns:a16="http://schemas.microsoft.com/office/drawing/2014/main" id="{DFC6A346-6886-215C-28B3-CA2F37E4A1C0}"/>
              </a:ext>
            </a:extLst>
          </p:cNvPr>
          <p:cNvPicPr>
            <a:picLocks noChangeAspect="1"/>
          </p:cNvPicPr>
          <p:nvPr/>
        </p:nvPicPr>
        <p:blipFill>
          <a:blip r:embed="rId2"/>
          <a:stretch>
            <a:fillRect/>
          </a:stretch>
        </p:blipFill>
        <p:spPr>
          <a:xfrm>
            <a:off x="0" y="2430945"/>
            <a:ext cx="6323519" cy="3972034"/>
          </a:xfrm>
          <a:prstGeom prst="rect">
            <a:avLst/>
          </a:prstGeom>
        </p:spPr>
      </p:pic>
      <p:pic>
        <p:nvPicPr>
          <p:cNvPr id="8" name="Picture 7">
            <a:extLst>
              <a:ext uri="{FF2B5EF4-FFF2-40B4-BE49-F238E27FC236}">
                <a16:creationId xmlns:a16="http://schemas.microsoft.com/office/drawing/2014/main" id="{CAB0989B-44F3-B7CB-D5BF-FC09C4CB5CE1}"/>
              </a:ext>
            </a:extLst>
          </p:cNvPr>
          <p:cNvPicPr>
            <a:picLocks noChangeAspect="1"/>
          </p:cNvPicPr>
          <p:nvPr/>
        </p:nvPicPr>
        <p:blipFill>
          <a:blip r:embed="rId3"/>
          <a:stretch>
            <a:fillRect/>
          </a:stretch>
        </p:blipFill>
        <p:spPr>
          <a:xfrm>
            <a:off x="6496061" y="2875175"/>
            <a:ext cx="5548013" cy="2931736"/>
          </a:xfrm>
          <a:prstGeom prst="rect">
            <a:avLst/>
          </a:prstGeom>
        </p:spPr>
      </p:pic>
    </p:spTree>
    <p:extLst>
      <p:ext uri="{BB962C8B-B14F-4D97-AF65-F5344CB8AC3E}">
        <p14:creationId xmlns:p14="http://schemas.microsoft.com/office/powerpoint/2010/main" val="29364019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92F1A-4016-7711-1E0E-500B8362E9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EBAB5C-6F1B-F21C-EAAA-0ABBC2F38B7A}"/>
              </a:ext>
            </a:extLst>
          </p:cNvPr>
          <p:cNvSpPr>
            <a:spLocks noGrp="1"/>
          </p:cNvSpPr>
          <p:nvPr>
            <p:ph type="title"/>
          </p:nvPr>
        </p:nvSpPr>
        <p:spPr>
          <a:xfrm>
            <a:off x="1115568" y="548640"/>
            <a:ext cx="10168128" cy="1179576"/>
          </a:xfrm>
        </p:spPr>
        <p:txBody>
          <a:bodyPr anchor="ctr">
            <a:normAutofit/>
          </a:bodyPr>
          <a:lstStyle/>
          <a:p>
            <a:r>
              <a:rPr lang="en-US" dirty="0"/>
              <a:t>Visualization Tool Alternatives - Demos</a:t>
            </a:r>
          </a:p>
        </p:txBody>
      </p:sp>
      <p:sp>
        <p:nvSpPr>
          <p:cNvPr id="17" name="Date Placeholder 3">
            <a:extLst>
              <a:ext uri="{FF2B5EF4-FFF2-40B4-BE49-F238E27FC236}">
                <a16:creationId xmlns:a16="http://schemas.microsoft.com/office/drawing/2014/main" id="{93154B89-DE93-565F-9816-96763243BC72}"/>
              </a:ext>
            </a:extLst>
          </p:cNvPr>
          <p:cNvSpPr>
            <a:spLocks noGrp="1"/>
          </p:cNvSpPr>
          <p:nvPr>
            <p:ph type="dt" sz="half" idx="10"/>
          </p:nvPr>
        </p:nvSpPr>
        <p:spPr>
          <a:xfrm>
            <a:off x="1115568" y="6356350"/>
            <a:ext cx="2743200" cy="365125"/>
          </a:xfrm>
        </p:spPr>
        <p:txBody>
          <a:bodyPr/>
          <a:lstStyle/>
          <a:p>
            <a:pPr>
              <a:spcAft>
                <a:spcPts val="600"/>
              </a:spcAft>
            </a:pPr>
            <a:fld id="{5835647D-626F-4FAB-8949-D7486F187F50}" type="datetime1">
              <a:rPr lang="en-US"/>
              <a:pPr>
                <a:spcAft>
                  <a:spcPts val="600"/>
                </a:spcAft>
              </a:pPr>
              <a:t>11/24/2025</a:t>
            </a:fld>
            <a:endParaRPr lang="en-US"/>
          </a:p>
        </p:txBody>
      </p:sp>
      <p:sp>
        <p:nvSpPr>
          <p:cNvPr id="4" name="Slide Number Placeholder 3">
            <a:extLst>
              <a:ext uri="{FF2B5EF4-FFF2-40B4-BE49-F238E27FC236}">
                <a16:creationId xmlns:a16="http://schemas.microsoft.com/office/drawing/2014/main" id="{C605A258-E29A-6A5E-1F42-6F61F390A93A}"/>
              </a:ext>
            </a:extLst>
          </p:cNvPr>
          <p:cNvSpPr>
            <a:spLocks noGrp="1"/>
          </p:cNvSpPr>
          <p:nvPr>
            <p:ph type="sldNum" sz="quarter" idx="12"/>
          </p:nvPr>
        </p:nvSpPr>
        <p:spPr>
          <a:xfrm>
            <a:off x="8540496" y="6356350"/>
            <a:ext cx="2743200" cy="365125"/>
          </a:xfrm>
        </p:spPr>
        <p:txBody>
          <a:bodyPr anchor="ctr">
            <a:normAutofit/>
          </a:bodyPr>
          <a:lstStyle/>
          <a:p>
            <a:pPr>
              <a:spcAft>
                <a:spcPts val="600"/>
              </a:spcAft>
            </a:pPr>
            <a:fld id="{A49DFD55-3C28-40EF-9E31-A92D2E4017FF}" type="slidenum">
              <a:rPr lang="en-US" smtClean="0"/>
              <a:pPr>
                <a:spcAft>
                  <a:spcPts val="600"/>
                </a:spcAft>
              </a:pPr>
              <a:t>19</a:t>
            </a:fld>
            <a:endParaRPr lang="en-US"/>
          </a:p>
        </p:txBody>
      </p:sp>
      <p:graphicFrame>
        <p:nvGraphicFramePr>
          <p:cNvPr id="13" name="Content Placeholder 10">
            <a:extLst>
              <a:ext uri="{FF2B5EF4-FFF2-40B4-BE49-F238E27FC236}">
                <a16:creationId xmlns:a16="http://schemas.microsoft.com/office/drawing/2014/main" id="{ED575857-2E3D-0214-862D-B4E317A6DC1C}"/>
              </a:ext>
            </a:extLst>
          </p:cNvPr>
          <p:cNvGraphicFramePr>
            <a:graphicFrameLocks noGrp="1"/>
          </p:cNvGraphicFramePr>
          <p:nvPr>
            <p:ph idx="1"/>
            <p:extLst>
              <p:ext uri="{D42A27DB-BD31-4B8C-83A1-F6EECF244321}">
                <p14:modId xmlns:p14="http://schemas.microsoft.com/office/powerpoint/2010/main" val="1758605130"/>
              </p:ext>
            </p:extLst>
          </p:nvPr>
        </p:nvGraphicFramePr>
        <p:xfrm>
          <a:off x="1115568" y="2478024"/>
          <a:ext cx="10168128" cy="36941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5572355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173C07-F38B-2218-701F-7D1A9F3386F2}"/>
              </a:ext>
            </a:extLst>
          </p:cNvPr>
          <p:cNvSpPr>
            <a:spLocks noGrp="1"/>
          </p:cNvSpPr>
          <p:nvPr>
            <p:ph type="title"/>
          </p:nvPr>
        </p:nvSpPr>
        <p:spPr/>
        <p:txBody>
          <a:bodyPr/>
          <a:lstStyle/>
          <a:p>
            <a:r>
              <a:rPr lang="en-US" dirty="0"/>
              <a:t>Tableau Demo (see video)</a:t>
            </a:r>
          </a:p>
        </p:txBody>
      </p:sp>
      <p:sp>
        <p:nvSpPr>
          <p:cNvPr id="4" name="Date Placeholder 3">
            <a:extLst>
              <a:ext uri="{FF2B5EF4-FFF2-40B4-BE49-F238E27FC236}">
                <a16:creationId xmlns:a16="http://schemas.microsoft.com/office/drawing/2014/main" id="{ED506317-5A75-4B80-ADC7-9974FD944F26}"/>
              </a:ext>
            </a:extLst>
          </p:cNvPr>
          <p:cNvSpPr>
            <a:spLocks noGrp="1"/>
          </p:cNvSpPr>
          <p:nvPr>
            <p:ph type="dt" sz="half" idx="10"/>
          </p:nvPr>
        </p:nvSpPr>
        <p:spPr/>
        <p:txBody>
          <a:bodyPr/>
          <a:lstStyle/>
          <a:p>
            <a:fld id="{76E300A6-A335-499B-B4DC-182900E5C046}" type="datetime1">
              <a:rPr lang="en-US" smtClean="0"/>
              <a:t>11/24/2025</a:t>
            </a:fld>
            <a:endParaRPr lang="en-US"/>
          </a:p>
        </p:txBody>
      </p:sp>
      <p:sp>
        <p:nvSpPr>
          <p:cNvPr id="6" name="Slide Number Placeholder 5">
            <a:extLst>
              <a:ext uri="{FF2B5EF4-FFF2-40B4-BE49-F238E27FC236}">
                <a16:creationId xmlns:a16="http://schemas.microsoft.com/office/drawing/2014/main" id="{EAA57522-DF26-DC3C-B703-DA26A3874CDC}"/>
              </a:ext>
            </a:extLst>
          </p:cNvPr>
          <p:cNvSpPr>
            <a:spLocks noGrp="1"/>
          </p:cNvSpPr>
          <p:nvPr>
            <p:ph type="sldNum" sz="quarter" idx="12"/>
          </p:nvPr>
        </p:nvSpPr>
        <p:spPr/>
        <p:txBody>
          <a:bodyPr/>
          <a:lstStyle/>
          <a:p>
            <a:fld id="{A65A5C87-DF58-40C8-B092-1DE63DB4547E}" type="slidenum">
              <a:rPr lang="en-US" smtClean="0"/>
              <a:t>20</a:t>
            </a:fld>
            <a:endParaRPr lang="en-US"/>
          </a:p>
        </p:txBody>
      </p:sp>
      <p:pic>
        <p:nvPicPr>
          <p:cNvPr id="8" name="Picture 7">
            <a:extLst>
              <a:ext uri="{FF2B5EF4-FFF2-40B4-BE49-F238E27FC236}">
                <a16:creationId xmlns:a16="http://schemas.microsoft.com/office/drawing/2014/main" id="{FF681915-A5CE-64BD-A16C-9F9D50F984A4}"/>
              </a:ext>
            </a:extLst>
          </p:cNvPr>
          <p:cNvPicPr>
            <a:picLocks noChangeAspect="1"/>
          </p:cNvPicPr>
          <p:nvPr/>
        </p:nvPicPr>
        <p:blipFill>
          <a:blip r:embed="rId2"/>
          <a:stretch>
            <a:fillRect/>
          </a:stretch>
        </p:blipFill>
        <p:spPr>
          <a:xfrm>
            <a:off x="876692" y="1757030"/>
            <a:ext cx="6711099" cy="4552330"/>
          </a:xfrm>
          <a:prstGeom prst="rect">
            <a:avLst/>
          </a:prstGeom>
        </p:spPr>
      </p:pic>
      <p:sp>
        <p:nvSpPr>
          <p:cNvPr id="7" name="TextBox 6">
            <a:extLst>
              <a:ext uri="{FF2B5EF4-FFF2-40B4-BE49-F238E27FC236}">
                <a16:creationId xmlns:a16="http://schemas.microsoft.com/office/drawing/2014/main" id="{CD0BB59A-4D28-64BA-87CF-51D52D9D726B}"/>
              </a:ext>
            </a:extLst>
          </p:cNvPr>
          <p:cNvSpPr txBox="1"/>
          <p:nvPr/>
        </p:nvSpPr>
        <p:spPr>
          <a:xfrm>
            <a:off x="7807750" y="3429000"/>
            <a:ext cx="4032315" cy="1200329"/>
          </a:xfrm>
          <a:prstGeom prst="rect">
            <a:avLst/>
          </a:prstGeom>
          <a:noFill/>
        </p:spPr>
        <p:txBody>
          <a:bodyPr wrap="square">
            <a:spAutoFit/>
          </a:bodyPr>
          <a:lstStyle/>
          <a:p>
            <a:r>
              <a:rPr lang="en-US" dirty="0">
                <a:hlinkClick r:id="rId3"/>
              </a:rPr>
              <a:t>https://public.tableau.com/app/profile/chandrasekaran.ramanathan/viz/Affordability2024v2/Affordability?publish=yes</a:t>
            </a:r>
            <a:endParaRPr lang="en-US" dirty="0"/>
          </a:p>
        </p:txBody>
      </p:sp>
    </p:spTree>
    <p:extLst>
      <p:ext uri="{BB962C8B-B14F-4D97-AF65-F5344CB8AC3E}">
        <p14:creationId xmlns:p14="http://schemas.microsoft.com/office/powerpoint/2010/main" val="20195835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FC843-856B-3D6C-A0D9-27F467C33069}"/>
              </a:ext>
            </a:extLst>
          </p:cNvPr>
          <p:cNvSpPr>
            <a:spLocks noGrp="1"/>
          </p:cNvSpPr>
          <p:nvPr>
            <p:ph type="title"/>
          </p:nvPr>
        </p:nvSpPr>
        <p:spPr/>
        <p:txBody>
          <a:bodyPr/>
          <a:lstStyle/>
          <a:p>
            <a:r>
              <a:rPr lang="en-US" dirty="0"/>
              <a:t>Power BI Visualization (see video)</a:t>
            </a:r>
          </a:p>
        </p:txBody>
      </p:sp>
      <p:sp>
        <p:nvSpPr>
          <p:cNvPr id="4" name="Date Placeholder 3">
            <a:extLst>
              <a:ext uri="{FF2B5EF4-FFF2-40B4-BE49-F238E27FC236}">
                <a16:creationId xmlns:a16="http://schemas.microsoft.com/office/drawing/2014/main" id="{EF55AB9F-5681-3CEB-9E3F-E2E4C34E5130}"/>
              </a:ext>
            </a:extLst>
          </p:cNvPr>
          <p:cNvSpPr>
            <a:spLocks noGrp="1"/>
          </p:cNvSpPr>
          <p:nvPr>
            <p:ph type="dt" sz="half" idx="10"/>
          </p:nvPr>
        </p:nvSpPr>
        <p:spPr/>
        <p:txBody>
          <a:bodyPr/>
          <a:lstStyle/>
          <a:p>
            <a:fld id="{109F122D-1102-4F6F-947B-987016ED4FFF}" type="datetime1">
              <a:rPr lang="en-US" smtClean="0"/>
              <a:t>11/24/2025</a:t>
            </a:fld>
            <a:endParaRPr lang="en-US"/>
          </a:p>
        </p:txBody>
      </p:sp>
      <p:sp>
        <p:nvSpPr>
          <p:cNvPr id="5" name="Footer Placeholder 4">
            <a:extLst>
              <a:ext uri="{FF2B5EF4-FFF2-40B4-BE49-F238E27FC236}">
                <a16:creationId xmlns:a16="http://schemas.microsoft.com/office/drawing/2014/main" id="{42009569-41C9-0623-0DC2-9B068FC9A0B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F97417-CE15-55EA-C1F0-AE6F7E6ABDF0}"/>
              </a:ext>
            </a:extLst>
          </p:cNvPr>
          <p:cNvSpPr>
            <a:spLocks noGrp="1"/>
          </p:cNvSpPr>
          <p:nvPr>
            <p:ph type="sldNum" sz="quarter" idx="12"/>
          </p:nvPr>
        </p:nvSpPr>
        <p:spPr/>
        <p:txBody>
          <a:bodyPr/>
          <a:lstStyle/>
          <a:p>
            <a:fld id="{A65A5C87-DF58-40C8-B092-1DE63DB4547E}" type="slidenum">
              <a:rPr lang="en-US" smtClean="0"/>
              <a:t>21</a:t>
            </a:fld>
            <a:endParaRPr lang="en-US"/>
          </a:p>
        </p:txBody>
      </p:sp>
      <p:pic>
        <p:nvPicPr>
          <p:cNvPr id="8" name="Picture 7">
            <a:extLst>
              <a:ext uri="{FF2B5EF4-FFF2-40B4-BE49-F238E27FC236}">
                <a16:creationId xmlns:a16="http://schemas.microsoft.com/office/drawing/2014/main" id="{CB267326-6C63-7D06-B76F-57294E01B50E}"/>
              </a:ext>
            </a:extLst>
          </p:cNvPr>
          <p:cNvPicPr>
            <a:picLocks noChangeAspect="1"/>
          </p:cNvPicPr>
          <p:nvPr/>
        </p:nvPicPr>
        <p:blipFill>
          <a:blip r:embed="rId3"/>
          <a:stretch>
            <a:fillRect/>
          </a:stretch>
        </p:blipFill>
        <p:spPr>
          <a:xfrm>
            <a:off x="2027583" y="1477937"/>
            <a:ext cx="8928559" cy="5060975"/>
          </a:xfrm>
          <a:prstGeom prst="rect">
            <a:avLst/>
          </a:prstGeom>
        </p:spPr>
      </p:pic>
    </p:spTree>
    <p:extLst>
      <p:ext uri="{BB962C8B-B14F-4D97-AF65-F5344CB8AC3E}">
        <p14:creationId xmlns:p14="http://schemas.microsoft.com/office/powerpoint/2010/main" val="28864235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3CD7AD-9D04-826F-3F39-433742068C8D}"/>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A88EB3B5-8595-8719-CEA2-596478F9EB8A}"/>
              </a:ext>
            </a:extLst>
          </p:cNvPr>
          <p:cNvSpPr/>
          <p:nvPr/>
        </p:nvSpPr>
        <p:spPr>
          <a:xfrm>
            <a:off x="2821858" y="2576052"/>
            <a:ext cx="4055469" cy="2280915"/>
          </a:xfrm>
          <a:prstGeom prst="rect">
            <a:avLst/>
          </a:prstGeom>
          <a:solidFill>
            <a:schemeClr val="accent1">
              <a:lumMod val="60000"/>
              <a:lumOff val="40000"/>
            </a:schemeClr>
          </a:solidFill>
          <a:ln>
            <a:solidFill>
              <a:schemeClr val="accent3">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FEFE309-41EF-66CB-1236-D79ED67544AB}"/>
              </a:ext>
            </a:extLst>
          </p:cNvPr>
          <p:cNvSpPr>
            <a:spLocks noGrp="1"/>
          </p:cNvSpPr>
          <p:nvPr>
            <p:ph type="title"/>
          </p:nvPr>
        </p:nvSpPr>
        <p:spPr/>
        <p:txBody>
          <a:bodyPr/>
          <a:lstStyle/>
          <a:p>
            <a:r>
              <a:rPr lang="en-US" dirty="0">
                <a:solidFill>
                  <a:schemeClr val="bg1"/>
                </a:solidFill>
              </a:rPr>
              <a:t>Analysis of Tool Alternatives</a:t>
            </a:r>
            <a:endParaRPr lang="en-US" dirty="0">
              <a:solidFill>
                <a:schemeClr val="bg1"/>
              </a:solidFill>
              <a:ea typeface="Calibri Light"/>
              <a:cs typeface="Calibri Light"/>
            </a:endParaRPr>
          </a:p>
        </p:txBody>
      </p:sp>
      <p:sp>
        <p:nvSpPr>
          <p:cNvPr id="5" name="Text Placeholder 4">
            <a:extLst>
              <a:ext uri="{FF2B5EF4-FFF2-40B4-BE49-F238E27FC236}">
                <a16:creationId xmlns:a16="http://schemas.microsoft.com/office/drawing/2014/main" id="{9C2CD1A7-071D-1026-F9E2-35D3A56BDA8C}"/>
              </a:ext>
            </a:extLst>
          </p:cNvPr>
          <p:cNvSpPr>
            <a:spLocks noGrp="1"/>
          </p:cNvSpPr>
          <p:nvPr>
            <p:ph type="body" idx="1"/>
          </p:nvPr>
        </p:nvSpPr>
        <p:spPr/>
        <p:txBody>
          <a:bodyPr/>
          <a:lstStyle/>
          <a:p>
            <a:pPr algn="ctr"/>
            <a:r>
              <a:rPr lang="en-US">
                <a:solidFill>
                  <a:schemeClr val="accent3">
                    <a:lumMod val="75000"/>
                  </a:schemeClr>
                </a:solidFill>
              </a:rPr>
              <a:t>Power BI</a:t>
            </a:r>
          </a:p>
        </p:txBody>
      </p:sp>
      <p:sp>
        <p:nvSpPr>
          <p:cNvPr id="7" name="Content Placeholder 6">
            <a:extLst>
              <a:ext uri="{FF2B5EF4-FFF2-40B4-BE49-F238E27FC236}">
                <a16:creationId xmlns:a16="http://schemas.microsoft.com/office/drawing/2014/main" id="{8722A5CE-71B1-B3A7-44AD-DEC076213233}"/>
              </a:ext>
            </a:extLst>
          </p:cNvPr>
          <p:cNvSpPr>
            <a:spLocks noGrp="1"/>
          </p:cNvSpPr>
          <p:nvPr>
            <p:ph sz="half" idx="13"/>
          </p:nvPr>
        </p:nvSpPr>
        <p:spPr/>
        <p:txBody>
          <a:bodyPr vert="horz" lIns="91440" tIns="0" rIns="91440" bIns="45720" rtlCol="0" anchor="t">
            <a:normAutofit fontScale="92500" lnSpcReduction="10000"/>
          </a:bodyPr>
          <a:lstStyle/>
          <a:p>
            <a:r>
              <a:rPr lang="en-US" b="1" dirty="0">
                <a:solidFill>
                  <a:schemeClr val="accent3">
                    <a:lumMod val="75000"/>
                  </a:schemeClr>
                </a:solidFill>
              </a:rPr>
              <a:t>Pros:</a:t>
            </a:r>
          </a:p>
          <a:p>
            <a:pPr marL="285750" indent="-285750">
              <a:buFont typeface="Arial" panose="020B0604020202020204" pitchFamily="34" charset="0"/>
              <a:buChar char="•"/>
            </a:pPr>
            <a:r>
              <a:rPr lang="en-US" dirty="0">
                <a:solidFill>
                  <a:schemeClr val="accent3">
                    <a:lumMod val="75000"/>
                  </a:schemeClr>
                </a:solidFill>
              </a:rPr>
              <a:t>Easy to create choropleth map</a:t>
            </a:r>
          </a:p>
          <a:p>
            <a:pPr marL="285750" indent="-285750">
              <a:buFont typeface="Arial" panose="020B0604020202020204" pitchFamily="34" charset="0"/>
              <a:buChar char="•"/>
            </a:pPr>
            <a:r>
              <a:rPr lang="en-US" dirty="0">
                <a:solidFill>
                  <a:schemeClr val="accent3">
                    <a:lumMod val="75000"/>
                  </a:schemeClr>
                </a:solidFill>
              </a:rPr>
              <a:t>Tooltip solution straightforward to implement</a:t>
            </a:r>
          </a:p>
          <a:p>
            <a:pPr marL="285750" indent="-285750">
              <a:buFont typeface="Arial" panose="020B0604020202020204" pitchFamily="34" charset="0"/>
              <a:buChar char="•"/>
            </a:pPr>
            <a:r>
              <a:rPr lang="en-US" dirty="0">
                <a:solidFill>
                  <a:schemeClr val="accent3">
                    <a:lumMod val="75000"/>
                  </a:schemeClr>
                </a:solidFill>
              </a:rPr>
              <a:t>Easier to operate than Tableau</a:t>
            </a:r>
          </a:p>
          <a:p>
            <a:r>
              <a:rPr lang="en-US" b="1" dirty="0"/>
              <a:t>Cons:</a:t>
            </a:r>
          </a:p>
          <a:p>
            <a:pPr marL="285750" indent="-285750">
              <a:buFont typeface="Arial" panose="020B0604020202020204" pitchFamily="34" charset="0"/>
              <a:buChar char="•"/>
            </a:pPr>
            <a:r>
              <a:rPr lang="en-US" dirty="0"/>
              <a:t>Manual data manipulation often required</a:t>
            </a:r>
          </a:p>
          <a:p>
            <a:pPr marL="285750" indent="-285750">
              <a:buFont typeface="Arial" panose="020B0604020202020204" pitchFamily="34" charset="0"/>
              <a:buChar char="•"/>
            </a:pPr>
            <a:r>
              <a:rPr lang="en-US" dirty="0"/>
              <a:t>New columns needed DAX syntax</a:t>
            </a:r>
          </a:p>
          <a:p>
            <a:endParaRPr lang="en-US" dirty="0"/>
          </a:p>
        </p:txBody>
      </p:sp>
      <p:sp>
        <p:nvSpPr>
          <p:cNvPr id="6" name="Text Placeholder 5">
            <a:extLst>
              <a:ext uri="{FF2B5EF4-FFF2-40B4-BE49-F238E27FC236}">
                <a16:creationId xmlns:a16="http://schemas.microsoft.com/office/drawing/2014/main" id="{0BB8F088-69FD-2D25-6698-1086E84EF524}"/>
              </a:ext>
            </a:extLst>
          </p:cNvPr>
          <p:cNvSpPr>
            <a:spLocks noGrp="1"/>
          </p:cNvSpPr>
          <p:nvPr>
            <p:ph type="body" sz="quarter" idx="3"/>
          </p:nvPr>
        </p:nvSpPr>
        <p:spPr/>
        <p:txBody>
          <a:bodyPr/>
          <a:lstStyle/>
          <a:p>
            <a:pPr algn="ctr"/>
            <a:r>
              <a:rPr lang="en-US" dirty="0">
                <a:solidFill>
                  <a:srgbClr val="C00000"/>
                </a:solidFill>
              </a:rPr>
              <a:t>Tableau</a:t>
            </a:r>
          </a:p>
        </p:txBody>
      </p:sp>
      <p:sp>
        <p:nvSpPr>
          <p:cNvPr id="8" name="Content Placeholder 7">
            <a:extLst>
              <a:ext uri="{FF2B5EF4-FFF2-40B4-BE49-F238E27FC236}">
                <a16:creationId xmlns:a16="http://schemas.microsoft.com/office/drawing/2014/main" id="{B718EB53-0559-B451-212B-14908EBF27EE}"/>
              </a:ext>
            </a:extLst>
          </p:cNvPr>
          <p:cNvSpPr>
            <a:spLocks noGrp="1"/>
          </p:cNvSpPr>
          <p:nvPr>
            <p:ph sz="half" idx="14"/>
          </p:nvPr>
        </p:nvSpPr>
        <p:spPr>
          <a:xfrm>
            <a:off x="7410173" y="3251595"/>
            <a:ext cx="4067133" cy="3234264"/>
          </a:xfrm>
        </p:spPr>
        <p:txBody>
          <a:bodyPr vert="horz" lIns="91440" tIns="0" rIns="91440" bIns="45720" rtlCol="0" anchor="t">
            <a:normAutofit lnSpcReduction="10000"/>
          </a:bodyPr>
          <a:lstStyle/>
          <a:p>
            <a:r>
              <a:rPr lang="en-US" b="1" dirty="0"/>
              <a:t>Pros:</a:t>
            </a:r>
          </a:p>
          <a:p>
            <a:pPr marL="285750" indent="-285750">
              <a:buFont typeface="Arial" panose="020B0604020202020204" pitchFamily="34" charset="0"/>
              <a:buChar char="•"/>
            </a:pPr>
            <a:r>
              <a:rPr lang="en-US" dirty="0"/>
              <a:t>Easier to customize basic visuals</a:t>
            </a:r>
            <a:endParaRPr lang="en-US" dirty="0">
              <a:solidFill>
                <a:srgbClr val="000000"/>
              </a:solidFill>
            </a:endParaRPr>
          </a:p>
          <a:p>
            <a:pPr marL="285750" indent="-285750">
              <a:buFont typeface="Arial" panose="020B0604020202020204" pitchFamily="34" charset="0"/>
              <a:buChar char="•"/>
            </a:pPr>
            <a:r>
              <a:rPr lang="en-US" dirty="0">
                <a:solidFill>
                  <a:srgbClr val="000000"/>
                </a:solidFill>
              </a:rPr>
              <a:t>Drag and drop interface</a:t>
            </a:r>
          </a:p>
          <a:p>
            <a:r>
              <a:rPr lang="en-US" b="1" dirty="0">
                <a:solidFill>
                  <a:srgbClr val="C00000"/>
                </a:solidFill>
              </a:rPr>
              <a:t>Cons:</a:t>
            </a:r>
          </a:p>
          <a:p>
            <a:pPr marL="285750" indent="-285750">
              <a:buFont typeface="Arial" panose="020B0604020202020204" pitchFamily="34" charset="0"/>
              <a:buChar char="•"/>
            </a:pPr>
            <a:r>
              <a:rPr lang="en-US" dirty="0">
                <a:solidFill>
                  <a:srgbClr val="C00000"/>
                </a:solidFill>
              </a:rPr>
              <a:t>Very weak data preparation layer</a:t>
            </a:r>
          </a:p>
          <a:p>
            <a:pPr marL="285750" indent="-285750">
              <a:buFont typeface="Arial" panose="020B0604020202020204" pitchFamily="34" charset="0"/>
              <a:buChar char="•"/>
            </a:pPr>
            <a:r>
              <a:rPr lang="en-US" dirty="0">
                <a:solidFill>
                  <a:srgbClr val="C00000"/>
                </a:solidFill>
              </a:rPr>
              <a:t>Steep learning curve for Level of Details (LOD) expressions</a:t>
            </a:r>
          </a:p>
          <a:p>
            <a:pPr marL="285750" indent="-285750">
              <a:buFont typeface="Arial" panose="020B0604020202020204" pitchFamily="34" charset="0"/>
              <a:buChar char="•"/>
            </a:pPr>
            <a:r>
              <a:rPr lang="en-US" dirty="0">
                <a:solidFill>
                  <a:srgbClr val="C00000"/>
                </a:solidFill>
              </a:rPr>
              <a:t>Harder to operate than Power BI</a:t>
            </a:r>
          </a:p>
          <a:p>
            <a:endParaRPr lang="en-US" dirty="0">
              <a:solidFill>
                <a:srgbClr val="000000"/>
              </a:solidFill>
            </a:endParaRPr>
          </a:p>
        </p:txBody>
      </p:sp>
      <p:sp>
        <p:nvSpPr>
          <p:cNvPr id="4" name="Slide Number Placeholder 3">
            <a:extLst>
              <a:ext uri="{FF2B5EF4-FFF2-40B4-BE49-F238E27FC236}">
                <a16:creationId xmlns:a16="http://schemas.microsoft.com/office/drawing/2014/main" id="{8895BDE4-2397-3859-1E99-564DFE1857A1}"/>
              </a:ext>
            </a:extLst>
          </p:cNvPr>
          <p:cNvSpPr>
            <a:spLocks noGrp="1"/>
          </p:cNvSpPr>
          <p:nvPr>
            <p:ph type="sldNum" sz="quarter" idx="12"/>
          </p:nvPr>
        </p:nvSpPr>
        <p:spPr/>
        <p:txBody>
          <a:bodyPr/>
          <a:lstStyle/>
          <a:p>
            <a:fld id="{A49DFD55-3C28-40EF-9E31-A92D2E4017FF}" type="slidenum">
              <a:rPr lang="en-US" smtClean="0"/>
              <a:pPr/>
              <a:t>22</a:t>
            </a:fld>
            <a:endParaRPr lang="en-US"/>
          </a:p>
        </p:txBody>
      </p:sp>
      <p:pic>
        <p:nvPicPr>
          <p:cNvPr id="9" name="Picture 8">
            <a:extLst>
              <a:ext uri="{FF2B5EF4-FFF2-40B4-BE49-F238E27FC236}">
                <a16:creationId xmlns:a16="http://schemas.microsoft.com/office/drawing/2014/main" id="{574C178C-8A65-D8AF-519D-DB7B8F277D57}"/>
              </a:ext>
            </a:extLst>
          </p:cNvPr>
          <p:cNvPicPr>
            <a:picLocks noChangeAspect="1"/>
          </p:cNvPicPr>
          <p:nvPr/>
        </p:nvPicPr>
        <p:blipFill>
          <a:blip r:embed="rId3"/>
          <a:stretch>
            <a:fillRect/>
          </a:stretch>
        </p:blipFill>
        <p:spPr>
          <a:xfrm>
            <a:off x="714694" y="3588197"/>
            <a:ext cx="1686160" cy="1648055"/>
          </a:xfrm>
          <a:prstGeom prst="rect">
            <a:avLst/>
          </a:prstGeom>
        </p:spPr>
      </p:pic>
      <p:pic>
        <p:nvPicPr>
          <p:cNvPr id="11" name="Picture 10">
            <a:extLst>
              <a:ext uri="{FF2B5EF4-FFF2-40B4-BE49-F238E27FC236}">
                <a16:creationId xmlns:a16="http://schemas.microsoft.com/office/drawing/2014/main" id="{6BA25199-C591-CDEB-1A1B-F8CC1F866517}"/>
              </a:ext>
            </a:extLst>
          </p:cNvPr>
          <p:cNvPicPr>
            <a:picLocks noChangeAspect="1"/>
          </p:cNvPicPr>
          <p:nvPr/>
        </p:nvPicPr>
        <p:blipFill>
          <a:blip r:embed="rId4"/>
          <a:stretch>
            <a:fillRect/>
          </a:stretch>
        </p:blipFill>
        <p:spPr>
          <a:xfrm>
            <a:off x="213689" y="5567225"/>
            <a:ext cx="2476846" cy="971686"/>
          </a:xfrm>
          <a:prstGeom prst="rect">
            <a:avLst/>
          </a:prstGeom>
        </p:spPr>
      </p:pic>
    </p:spTree>
    <p:extLst>
      <p:ext uri="{BB962C8B-B14F-4D97-AF65-F5344CB8AC3E}">
        <p14:creationId xmlns:p14="http://schemas.microsoft.com/office/powerpoint/2010/main" val="30634432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1B730C-93C1-E202-67CA-D35C58A49E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680BAE-B297-5288-7D6D-68001D190DD8}"/>
              </a:ext>
            </a:extLst>
          </p:cNvPr>
          <p:cNvSpPr>
            <a:spLocks noGrp="1"/>
          </p:cNvSpPr>
          <p:nvPr>
            <p:ph type="title"/>
          </p:nvPr>
        </p:nvSpPr>
        <p:spPr/>
        <p:txBody>
          <a:bodyPr>
            <a:normAutofit/>
          </a:bodyPr>
          <a:lstStyle/>
          <a:p>
            <a:r>
              <a:rPr lang="en-US" dirty="0"/>
              <a:t>Instruction on how to Visualize our Solution</a:t>
            </a:r>
          </a:p>
        </p:txBody>
      </p:sp>
      <p:sp>
        <p:nvSpPr>
          <p:cNvPr id="3" name="Content Placeholder 2">
            <a:extLst>
              <a:ext uri="{FF2B5EF4-FFF2-40B4-BE49-F238E27FC236}">
                <a16:creationId xmlns:a16="http://schemas.microsoft.com/office/drawing/2014/main" id="{909FFCE6-0CB1-73E7-D137-18513F3ADBA6}"/>
              </a:ext>
            </a:extLst>
          </p:cNvPr>
          <p:cNvSpPr>
            <a:spLocks noGrp="1"/>
          </p:cNvSpPr>
          <p:nvPr>
            <p:ph idx="1"/>
          </p:nvPr>
        </p:nvSpPr>
        <p:spPr/>
        <p:txBody>
          <a:bodyPr/>
          <a:lstStyle/>
          <a:p>
            <a:r>
              <a:rPr lang="en-US" dirty="0">
                <a:solidFill>
                  <a:srgbClr val="00B050"/>
                </a:solidFill>
              </a:rPr>
              <a:t>Install Free Power BI Desktop from  </a:t>
            </a:r>
            <a:r>
              <a:rPr lang="en-US" dirty="0">
                <a:solidFill>
                  <a:srgbClr val="00B050"/>
                </a:solidFill>
                <a:hlinkClick r:id="rId2"/>
              </a:rPr>
              <a:t>https://www.microsoft.com/en-us/power-platform/products/power-bi/desktop</a:t>
            </a:r>
            <a:endParaRPr lang="en-US" dirty="0">
              <a:solidFill>
                <a:srgbClr val="00B050"/>
              </a:solidFill>
            </a:endParaRPr>
          </a:p>
          <a:p>
            <a:r>
              <a:rPr lang="en-US" dirty="0">
                <a:solidFill>
                  <a:srgbClr val="00B050"/>
                </a:solidFill>
              </a:rPr>
              <a:t>Then Double Click on the .</a:t>
            </a:r>
            <a:r>
              <a:rPr lang="en-US" dirty="0" err="1">
                <a:solidFill>
                  <a:srgbClr val="00B050"/>
                </a:solidFill>
              </a:rPr>
              <a:t>pbix</a:t>
            </a:r>
            <a:r>
              <a:rPr lang="en-US" dirty="0">
                <a:solidFill>
                  <a:srgbClr val="00B050"/>
                </a:solidFill>
              </a:rPr>
              <a:t> file sent with this submission packet </a:t>
            </a:r>
            <a:r>
              <a:rPr lang="en-US" dirty="0">
                <a:solidFill>
                  <a:srgbClr val="0070C0"/>
                </a:solidFill>
              </a:rPr>
              <a:t>_A Team Info Visualization Final Project </a:t>
            </a:r>
            <a:r>
              <a:rPr lang="en-US" dirty="0" err="1">
                <a:solidFill>
                  <a:srgbClr val="0070C0"/>
                </a:solidFill>
              </a:rPr>
              <a:t>Report.pbix</a:t>
            </a:r>
            <a:endParaRPr lang="en-US" dirty="0">
              <a:solidFill>
                <a:srgbClr val="00B050"/>
              </a:solidFill>
            </a:endParaRPr>
          </a:p>
          <a:p>
            <a:r>
              <a:rPr lang="en-US" dirty="0">
                <a:solidFill>
                  <a:srgbClr val="00B050"/>
                </a:solidFill>
              </a:rPr>
              <a:t>Should be able to navigate as demonstrated in the video presentation</a:t>
            </a:r>
          </a:p>
          <a:p>
            <a:endParaRPr lang="en-US" dirty="0"/>
          </a:p>
        </p:txBody>
      </p:sp>
      <p:sp>
        <p:nvSpPr>
          <p:cNvPr id="4" name="Date Placeholder 3">
            <a:extLst>
              <a:ext uri="{FF2B5EF4-FFF2-40B4-BE49-F238E27FC236}">
                <a16:creationId xmlns:a16="http://schemas.microsoft.com/office/drawing/2014/main" id="{E368CCD8-25F2-6005-439F-C90453C7C2CD}"/>
              </a:ext>
            </a:extLst>
          </p:cNvPr>
          <p:cNvSpPr>
            <a:spLocks noGrp="1"/>
          </p:cNvSpPr>
          <p:nvPr>
            <p:ph type="dt" sz="half" idx="10"/>
          </p:nvPr>
        </p:nvSpPr>
        <p:spPr/>
        <p:txBody>
          <a:bodyPr/>
          <a:lstStyle/>
          <a:p>
            <a:fld id="{15EF2226-D8AA-4255-9EAA-B127DBEA6C8D}" type="datetime1">
              <a:rPr lang="en-US" smtClean="0"/>
              <a:t>11/24/2025</a:t>
            </a:fld>
            <a:endParaRPr lang="en-US"/>
          </a:p>
        </p:txBody>
      </p:sp>
      <p:sp>
        <p:nvSpPr>
          <p:cNvPr id="6" name="Slide Number Placeholder 5">
            <a:extLst>
              <a:ext uri="{FF2B5EF4-FFF2-40B4-BE49-F238E27FC236}">
                <a16:creationId xmlns:a16="http://schemas.microsoft.com/office/drawing/2014/main" id="{F458E380-16D5-67D9-5AA0-A4D19584AA89}"/>
              </a:ext>
            </a:extLst>
          </p:cNvPr>
          <p:cNvSpPr>
            <a:spLocks noGrp="1"/>
          </p:cNvSpPr>
          <p:nvPr>
            <p:ph type="sldNum" sz="quarter" idx="12"/>
          </p:nvPr>
        </p:nvSpPr>
        <p:spPr/>
        <p:txBody>
          <a:bodyPr/>
          <a:lstStyle/>
          <a:p>
            <a:fld id="{A65A5C87-DF58-40C8-B092-1DE63DB4547E}" type="slidenum">
              <a:rPr lang="en-US" smtClean="0"/>
              <a:t>23</a:t>
            </a:fld>
            <a:endParaRPr lang="en-US" dirty="0"/>
          </a:p>
        </p:txBody>
      </p:sp>
    </p:spTree>
    <p:extLst>
      <p:ext uri="{BB962C8B-B14F-4D97-AF65-F5344CB8AC3E}">
        <p14:creationId xmlns:p14="http://schemas.microsoft.com/office/powerpoint/2010/main" val="22766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59937B-666D-B349-0F78-15151BCE36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BB82F9-B68D-739C-5F84-41A2B6485A25}"/>
              </a:ext>
            </a:extLst>
          </p:cNvPr>
          <p:cNvSpPr>
            <a:spLocks noGrp="1"/>
          </p:cNvSpPr>
          <p:nvPr>
            <p:ph type="title"/>
          </p:nvPr>
        </p:nvSpPr>
        <p:spPr/>
        <p:txBody>
          <a:bodyPr>
            <a:normAutofit/>
          </a:bodyPr>
          <a:lstStyle/>
          <a:p>
            <a:r>
              <a:rPr lang="en-US" sz="3200" dirty="0"/>
              <a:t>Team Member Contributions – Hermes Abrantes</a:t>
            </a:r>
          </a:p>
        </p:txBody>
      </p:sp>
      <p:sp>
        <p:nvSpPr>
          <p:cNvPr id="5" name="Content Placeholder 4">
            <a:extLst>
              <a:ext uri="{FF2B5EF4-FFF2-40B4-BE49-F238E27FC236}">
                <a16:creationId xmlns:a16="http://schemas.microsoft.com/office/drawing/2014/main" id="{EE14AD2C-6D5A-8248-63C3-A4C01B5C2824}"/>
              </a:ext>
            </a:extLst>
          </p:cNvPr>
          <p:cNvSpPr>
            <a:spLocks noGrp="1"/>
          </p:cNvSpPr>
          <p:nvPr>
            <p:ph sz="half" idx="1"/>
          </p:nvPr>
        </p:nvSpPr>
        <p:spPr/>
        <p:txBody>
          <a:bodyPr>
            <a:normAutofit/>
          </a:bodyPr>
          <a:lstStyle/>
          <a:p>
            <a:r>
              <a:rPr lang="en-US" sz="2400" dirty="0"/>
              <a:t>Weekly team meetings</a:t>
            </a:r>
          </a:p>
          <a:p>
            <a:r>
              <a:rPr lang="en-US" sz="2400" dirty="0"/>
              <a:t>Task definition</a:t>
            </a:r>
          </a:p>
          <a:p>
            <a:r>
              <a:rPr lang="en-US" sz="2400" dirty="0"/>
              <a:t>Project proposal</a:t>
            </a:r>
          </a:p>
          <a:p>
            <a:r>
              <a:rPr lang="en-US" sz="2400" dirty="0"/>
              <a:t>Overall planning &amp; coord.</a:t>
            </a:r>
          </a:p>
          <a:p>
            <a:r>
              <a:rPr lang="en-US" sz="2400" dirty="0"/>
              <a:t>Visualization options</a:t>
            </a:r>
          </a:p>
          <a:p>
            <a:r>
              <a:rPr lang="en-US" sz="2400" dirty="0"/>
              <a:t>Alternatives analyses</a:t>
            </a:r>
          </a:p>
        </p:txBody>
      </p:sp>
      <p:sp>
        <p:nvSpPr>
          <p:cNvPr id="6" name="Content Placeholder 5">
            <a:extLst>
              <a:ext uri="{FF2B5EF4-FFF2-40B4-BE49-F238E27FC236}">
                <a16:creationId xmlns:a16="http://schemas.microsoft.com/office/drawing/2014/main" id="{11775503-DF2C-16A3-C829-7E1DFB796C2E}"/>
              </a:ext>
            </a:extLst>
          </p:cNvPr>
          <p:cNvSpPr>
            <a:spLocks noGrp="1"/>
          </p:cNvSpPr>
          <p:nvPr>
            <p:ph sz="half" idx="2"/>
          </p:nvPr>
        </p:nvSpPr>
        <p:spPr>
          <a:xfrm>
            <a:off x="6345935" y="2478024"/>
            <a:ext cx="5332717" cy="3694176"/>
          </a:xfrm>
        </p:spPr>
        <p:txBody>
          <a:bodyPr>
            <a:normAutofit/>
          </a:bodyPr>
          <a:lstStyle/>
          <a:p>
            <a:r>
              <a:rPr lang="en-US" sz="2400" dirty="0"/>
              <a:t>Power BI visualizations</a:t>
            </a:r>
          </a:p>
          <a:p>
            <a:r>
              <a:rPr lang="en-US" sz="2400" dirty="0"/>
              <a:t>Presentations drafting</a:t>
            </a:r>
          </a:p>
          <a:p>
            <a:r>
              <a:rPr lang="en-US" sz="2400" dirty="0"/>
              <a:t>QA data pre-processing</a:t>
            </a:r>
          </a:p>
          <a:p>
            <a:r>
              <a:rPr lang="en-US" sz="2400" dirty="0"/>
              <a:t>Data ingestion into Power BI</a:t>
            </a:r>
          </a:p>
          <a:p>
            <a:r>
              <a:rPr lang="en-US" sz="2400" dirty="0"/>
              <a:t>Design report</a:t>
            </a:r>
          </a:p>
          <a:p>
            <a:r>
              <a:rPr lang="en-US" sz="2400" dirty="0"/>
              <a:t>Final project report</a:t>
            </a:r>
          </a:p>
        </p:txBody>
      </p:sp>
      <p:sp>
        <p:nvSpPr>
          <p:cNvPr id="4" name="Slide Number Placeholder 3">
            <a:extLst>
              <a:ext uri="{FF2B5EF4-FFF2-40B4-BE49-F238E27FC236}">
                <a16:creationId xmlns:a16="http://schemas.microsoft.com/office/drawing/2014/main" id="{58054585-2139-93EE-F419-16694184B4BB}"/>
              </a:ext>
            </a:extLst>
          </p:cNvPr>
          <p:cNvSpPr>
            <a:spLocks noGrp="1"/>
          </p:cNvSpPr>
          <p:nvPr>
            <p:ph type="sldNum" sz="quarter" idx="12"/>
          </p:nvPr>
        </p:nvSpPr>
        <p:spPr/>
        <p:txBody>
          <a:bodyPr/>
          <a:lstStyle/>
          <a:p>
            <a:fld id="{A49DFD55-3C28-40EF-9E31-A92D2E4017FF}" type="slidenum">
              <a:rPr lang="en-US" smtClean="0"/>
              <a:pPr/>
              <a:t>24</a:t>
            </a:fld>
            <a:endParaRPr lang="en-US"/>
          </a:p>
        </p:txBody>
      </p:sp>
    </p:spTree>
    <p:extLst>
      <p:ext uri="{BB962C8B-B14F-4D97-AF65-F5344CB8AC3E}">
        <p14:creationId xmlns:p14="http://schemas.microsoft.com/office/powerpoint/2010/main" val="24518073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FE157-8B41-0480-38DE-285ADEE3AE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DE824C-42B9-B8A5-34C8-3864F4983396}"/>
              </a:ext>
            </a:extLst>
          </p:cNvPr>
          <p:cNvSpPr>
            <a:spLocks noGrp="1"/>
          </p:cNvSpPr>
          <p:nvPr>
            <p:ph type="title"/>
          </p:nvPr>
        </p:nvSpPr>
        <p:spPr/>
        <p:txBody>
          <a:bodyPr>
            <a:normAutofit/>
          </a:bodyPr>
          <a:lstStyle/>
          <a:p>
            <a:r>
              <a:rPr lang="en-US" sz="3200" dirty="0"/>
              <a:t>Team Member Contributions </a:t>
            </a:r>
            <a:r>
              <a:rPr lang="en-US" sz="3200"/>
              <a:t>– C. </a:t>
            </a:r>
            <a:r>
              <a:rPr lang="en-US" sz="3200" dirty="0"/>
              <a:t>Ramanathan</a:t>
            </a:r>
          </a:p>
        </p:txBody>
      </p:sp>
      <p:sp>
        <p:nvSpPr>
          <p:cNvPr id="5" name="Content Placeholder 4">
            <a:extLst>
              <a:ext uri="{FF2B5EF4-FFF2-40B4-BE49-F238E27FC236}">
                <a16:creationId xmlns:a16="http://schemas.microsoft.com/office/drawing/2014/main" id="{038713C3-E1C9-2667-E8F2-7D519470C60D}"/>
              </a:ext>
            </a:extLst>
          </p:cNvPr>
          <p:cNvSpPr>
            <a:spLocks noGrp="1"/>
          </p:cNvSpPr>
          <p:nvPr>
            <p:ph sz="half" idx="1"/>
          </p:nvPr>
        </p:nvSpPr>
        <p:spPr/>
        <p:txBody>
          <a:bodyPr>
            <a:normAutofit fontScale="92500"/>
          </a:bodyPr>
          <a:lstStyle/>
          <a:p>
            <a:r>
              <a:rPr lang="en-US" dirty="0"/>
              <a:t>Weekly team meetings</a:t>
            </a:r>
          </a:p>
          <a:p>
            <a:r>
              <a:rPr lang="en-US" dirty="0"/>
              <a:t>Project proposal</a:t>
            </a:r>
          </a:p>
          <a:p>
            <a:r>
              <a:rPr lang="en-US" dirty="0"/>
              <a:t>Task definition</a:t>
            </a:r>
          </a:p>
          <a:p>
            <a:r>
              <a:rPr lang="en-US" dirty="0"/>
              <a:t>Data retrieval</a:t>
            </a:r>
          </a:p>
          <a:p>
            <a:r>
              <a:rPr lang="en-US" dirty="0"/>
              <a:t>Data pre-processing</a:t>
            </a:r>
          </a:p>
          <a:p>
            <a:r>
              <a:rPr lang="en-US" dirty="0"/>
              <a:t>Google </a:t>
            </a:r>
            <a:r>
              <a:rPr lang="en-US" dirty="0" err="1"/>
              <a:t>Colab</a:t>
            </a:r>
            <a:r>
              <a:rPr lang="en-US" dirty="0"/>
              <a:t> python coding</a:t>
            </a:r>
          </a:p>
        </p:txBody>
      </p:sp>
      <p:sp>
        <p:nvSpPr>
          <p:cNvPr id="6" name="Content Placeholder 5">
            <a:extLst>
              <a:ext uri="{FF2B5EF4-FFF2-40B4-BE49-F238E27FC236}">
                <a16:creationId xmlns:a16="http://schemas.microsoft.com/office/drawing/2014/main" id="{76373CEA-1A27-F0DD-915B-3988DE115FE0}"/>
              </a:ext>
            </a:extLst>
          </p:cNvPr>
          <p:cNvSpPr>
            <a:spLocks noGrp="1"/>
          </p:cNvSpPr>
          <p:nvPr>
            <p:ph sz="half" idx="2"/>
          </p:nvPr>
        </p:nvSpPr>
        <p:spPr>
          <a:xfrm>
            <a:off x="6345936" y="2478024"/>
            <a:ext cx="5268548" cy="3694176"/>
          </a:xfrm>
        </p:spPr>
        <p:txBody>
          <a:bodyPr>
            <a:normAutofit fontScale="92500"/>
          </a:bodyPr>
          <a:lstStyle/>
          <a:p>
            <a:r>
              <a:rPr lang="en-US" dirty="0"/>
              <a:t>Tableau visualizations</a:t>
            </a:r>
          </a:p>
          <a:p>
            <a:r>
              <a:rPr lang="en-US" dirty="0"/>
              <a:t>Discussion visualizations</a:t>
            </a:r>
          </a:p>
          <a:p>
            <a:r>
              <a:rPr lang="en-US" dirty="0"/>
              <a:t>Definition of visualization tool</a:t>
            </a:r>
          </a:p>
          <a:p>
            <a:r>
              <a:rPr lang="en-US" dirty="0"/>
              <a:t>Timeline review &amp; next steps</a:t>
            </a:r>
          </a:p>
          <a:p>
            <a:r>
              <a:rPr lang="en-US" dirty="0"/>
              <a:t>Design report</a:t>
            </a:r>
          </a:p>
          <a:p>
            <a:r>
              <a:rPr lang="en-US" dirty="0"/>
              <a:t>Final project report</a:t>
            </a:r>
          </a:p>
        </p:txBody>
      </p:sp>
      <p:sp>
        <p:nvSpPr>
          <p:cNvPr id="4" name="Slide Number Placeholder 3">
            <a:extLst>
              <a:ext uri="{FF2B5EF4-FFF2-40B4-BE49-F238E27FC236}">
                <a16:creationId xmlns:a16="http://schemas.microsoft.com/office/drawing/2014/main" id="{A9C2AA68-3713-584E-7972-8ED827B35B30}"/>
              </a:ext>
            </a:extLst>
          </p:cNvPr>
          <p:cNvSpPr>
            <a:spLocks noGrp="1"/>
          </p:cNvSpPr>
          <p:nvPr>
            <p:ph type="sldNum" sz="quarter" idx="12"/>
          </p:nvPr>
        </p:nvSpPr>
        <p:spPr/>
        <p:txBody>
          <a:bodyPr/>
          <a:lstStyle/>
          <a:p>
            <a:fld id="{A49DFD55-3C28-40EF-9E31-A92D2E4017FF}" type="slidenum">
              <a:rPr lang="en-US" smtClean="0"/>
              <a:pPr/>
              <a:t>25</a:t>
            </a:fld>
            <a:endParaRPr lang="en-US"/>
          </a:p>
        </p:txBody>
      </p:sp>
    </p:spTree>
    <p:extLst>
      <p:ext uri="{BB962C8B-B14F-4D97-AF65-F5344CB8AC3E}">
        <p14:creationId xmlns:p14="http://schemas.microsoft.com/office/powerpoint/2010/main" val="4633427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2F00D-2241-4031-5AF2-406D2DAA3593}"/>
              </a:ext>
            </a:extLst>
          </p:cNvPr>
          <p:cNvSpPr>
            <a:spLocks noGrp="1"/>
          </p:cNvSpPr>
          <p:nvPr>
            <p:ph type="title"/>
          </p:nvPr>
        </p:nvSpPr>
        <p:spPr>
          <a:xfrm>
            <a:off x="4249613" y="1710804"/>
            <a:ext cx="4238928" cy="2990088"/>
          </a:xfrm>
        </p:spPr>
        <p:txBody>
          <a:bodyPr/>
          <a:lstStyle/>
          <a:p>
            <a:r>
              <a:rPr lang="en-US" dirty="0"/>
              <a:t>Thank You</a:t>
            </a:r>
          </a:p>
        </p:txBody>
      </p:sp>
      <p:sp>
        <p:nvSpPr>
          <p:cNvPr id="5" name="Slide Number Placeholder 4">
            <a:extLst>
              <a:ext uri="{FF2B5EF4-FFF2-40B4-BE49-F238E27FC236}">
                <a16:creationId xmlns:a16="http://schemas.microsoft.com/office/drawing/2014/main" id="{3192574D-AA1F-97EF-7845-92B613F9832D}"/>
              </a:ext>
            </a:extLst>
          </p:cNvPr>
          <p:cNvSpPr>
            <a:spLocks noGrp="1"/>
          </p:cNvSpPr>
          <p:nvPr>
            <p:ph type="sldNum" sz="quarter" idx="12"/>
          </p:nvPr>
        </p:nvSpPr>
        <p:spPr/>
        <p:txBody>
          <a:bodyPr/>
          <a:lstStyle/>
          <a:p>
            <a:fld id="{A49DFD55-3C28-40EF-9E31-A92D2E4017FF}" type="slidenum">
              <a:rPr lang="en-US" smtClean="0"/>
              <a:pPr/>
              <a:t>26</a:t>
            </a:fld>
            <a:endParaRPr lang="en-US"/>
          </a:p>
        </p:txBody>
      </p:sp>
    </p:spTree>
    <p:extLst>
      <p:ext uri="{BB962C8B-B14F-4D97-AF65-F5344CB8AC3E}">
        <p14:creationId xmlns:p14="http://schemas.microsoft.com/office/powerpoint/2010/main" val="2213983635"/>
      </p:ext>
    </p:extLst>
  </p:cSld>
  <p:clrMapOvr>
    <a:masterClrMapping/>
  </p:clrMapOvr>
</p:sld>
</file>

<file path=ppt/theme/theme1.xml><?xml version="1.0" encoding="utf-8"?>
<a:theme xmlns:a="http://schemas.openxmlformats.org/drawingml/2006/main" name="AccentBoxVTI">
  <a:themeElements>
    <a:clrScheme name="AccentBoxVTI">
      <a:dk1>
        <a:srgbClr val="000000"/>
      </a:dk1>
      <a:lt1>
        <a:sysClr val="window" lastClr="FFFFFF"/>
      </a:lt1>
      <a:dk2>
        <a:srgbClr val="262626"/>
      </a:dk2>
      <a:lt2>
        <a:srgbClr val="FFFFFF"/>
      </a:lt2>
      <a:accent1>
        <a:srgbClr val="F5A700"/>
      </a:accent1>
      <a:accent2>
        <a:srgbClr val="00A5AB"/>
      </a:accent2>
      <a:accent3>
        <a:srgbClr val="09963B"/>
      </a:accent3>
      <a:accent4>
        <a:srgbClr val="E64823"/>
      </a:accent4>
      <a:accent5>
        <a:srgbClr val="9C6A6A"/>
      </a:accent5>
      <a:accent6>
        <a:srgbClr val="824F8C"/>
      </a:accent6>
      <a:hlink>
        <a:srgbClr val="2998E3"/>
      </a:hlink>
      <a:folHlink>
        <a:srgbClr val="7F723D"/>
      </a:folHlink>
    </a:clrScheme>
    <a:fontScheme name="AccentBoxVTI">
      <a:majorFont>
        <a:latin typeface="Avenir Next LT Pro"/>
        <a:ea typeface=""/>
        <a:cs typeface=""/>
      </a:majorFont>
      <a:minorFont>
        <a:latin typeface="Avenir Next LT Pro"/>
        <a:ea typeface=""/>
        <a:cs typeface=""/>
      </a:minorFont>
    </a:fontScheme>
    <a:fmtScheme name="AccentBoxVTI">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ccentBoxVTI" id="{F4FE582F-5DDE-4E50-A331-B77FB79D7361}" vid="{42624B42-66F4-4B9A-A3DB-EB561F16279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9168DCE-134F-4610-A6AA-88CEBE8D71D2}">
  <ds:schemaRefs>
    <ds:schemaRef ds:uri="230e9df3-be65-4c73-a93b-d1236ebd677e"/>
    <ds:schemaRef ds:uri="71af3243-3dd4-4a8d-8c0d-dd76da1f02a5"/>
    <ds:schemaRef ds:uri="http://schemas.microsoft.com/office/2006/metadata/properties"/>
    <ds:schemaRef ds:uri="http://schemas.microsoft.com/office/infopath/2007/PartnerControls"/>
    <ds:schemaRef ds:uri="http://schemas.microsoft.com/sharepoint/v3"/>
  </ds:schemaRefs>
</ds:datastoreItem>
</file>

<file path=customXml/itemProps2.xml><?xml version="1.0" encoding="utf-8"?>
<ds:datastoreItem xmlns:ds="http://schemas.openxmlformats.org/officeDocument/2006/customXml" ds:itemID="{5EDE3176-A15D-46A3-BDDB-64A0D7363224}">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CABF691C-888B-4061-8A6F-D5CE84A0254B}">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{19ACA880-480A-4E17-8B0C-F565F1E05DEB}TF7521aafa-c748-4c40-a498-ba511be234dc5b1b6097_win32-5039330bb2f3</Template>
  <TotalTime>3204</TotalTime>
  <Words>1520</Words>
  <Application>Microsoft Office PowerPoint</Application>
  <PresentationFormat>Widescreen</PresentationFormat>
  <Paragraphs>207</Paragraphs>
  <Slides>26</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Avenir Next LT Pro</vt:lpstr>
      <vt:lpstr>Calibri</vt:lpstr>
      <vt:lpstr>Calibri Light</vt:lpstr>
      <vt:lpstr>AccentBoxVTI</vt:lpstr>
      <vt:lpstr>“A Team” Project  FINAL Report Presentation  IFSC 54503 Fall 2025 Prof. Tudoreanu  Hermes Abrantes Ram Ramanathan</vt:lpstr>
      <vt:lpstr>TASK DEFINITION</vt:lpstr>
      <vt:lpstr>The Raw Data – Sourcing &amp; Links (see video)</vt:lpstr>
      <vt:lpstr>Data Sources</vt:lpstr>
      <vt:lpstr>Data Pre-processing for MHI</vt:lpstr>
      <vt:lpstr>PowerPoint Presentation</vt:lpstr>
      <vt:lpstr>Data Pre-processing for FMR</vt:lpstr>
      <vt:lpstr>2021-2024</vt:lpstr>
      <vt:lpstr>Google Colab Python Code for Data Processing (see video)</vt:lpstr>
      <vt:lpstr>PowerPoint Presentation</vt:lpstr>
      <vt:lpstr>PowerPoint Presentation</vt:lpstr>
      <vt:lpstr>Alternative Analysis of Visualizations</vt:lpstr>
      <vt:lpstr>Visualization Alternative A - Hermes</vt:lpstr>
      <vt:lpstr>Visualization Alternative B - Hermes</vt:lpstr>
      <vt:lpstr>Application of Visualization Principles</vt:lpstr>
      <vt:lpstr>Analysis of Visualization Alternatives</vt:lpstr>
      <vt:lpstr>Alternative Analysis of  Visualization Tools</vt:lpstr>
      <vt:lpstr>Visualization Tool Alternatives</vt:lpstr>
      <vt:lpstr>Visualization Tool Alternatives - Demos</vt:lpstr>
      <vt:lpstr>Tableau Demo (see video)</vt:lpstr>
      <vt:lpstr>Power BI Visualization (see video)</vt:lpstr>
      <vt:lpstr>Analysis of Tool Alternatives</vt:lpstr>
      <vt:lpstr>Instruction on how to Visualize our Solution</vt:lpstr>
      <vt:lpstr>Team Member Contributions – Hermes Abrantes</vt:lpstr>
      <vt:lpstr>Team Member Contributions – C. Ramanathan</vt:lpstr>
      <vt:lpstr>Thank You</vt:lpstr>
    </vt:vector>
  </TitlesOfParts>
  <Company>Broward County Public Schools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Hermes H. Abrantes</dc:creator>
  <cp:lastModifiedBy>Hermes H. Abrantes</cp:lastModifiedBy>
  <cp:revision>84</cp:revision>
  <dcterms:created xsi:type="dcterms:W3CDTF">2025-10-24T00:02:20Z</dcterms:created>
  <dcterms:modified xsi:type="dcterms:W3CDTF">2025-11-25T01:33:44Z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